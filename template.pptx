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notesMasterIdLst>
    <p:notesMasterId r:id="rId6"/>
  </p:notesMasterIdLst>
  <p:sldIdLst>
    <p:sldId id="277" r:id="rId7"/>
    <p:sldId id="259" r:id="rId8"/>
    <p:sldId id="260" r:id="rId9"/>
    <p:sldId id="261" r:id="rId10"/>
  </p:sldIdLst>
  <p:sldSz cx="12192000" cy="6858000"/>
  <p:notesSz cx="6858000" cy="9144000"/>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80996578" val="1230" revOS="4"/>
      <pr:smFileRevision xmlns:pr="smNativeData" xmlns="smNativeData" dt="1780996578" val="101"/>
      <pr:guideOptions xmlns:pr="smNativeData" xmlns="smNativeData" dt="1780996578"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Grid="0" showGuides="1">
      <p:cViewPr varScale="1">
        <p:scale>
          <a:sx n="56" d="100"/>
          <a:sy n="56" d="100"/>
        </p:scale>
        <p:origin x="378" y="335"/>
      </p:cViewPr>
      <p:guideLst x="0" y="0">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snapToGrid="0" showGuides="1">
      <p:cViewPr>
        <p:scale>
          <a:sx n="56" d="100"/>
          <a:sy n="56" d="100"/>
        </p:scale>
        <p:origin x="378" y="335"/>
      </p:cViewPr>
    </p:cSldViewPr>
  </p:notesViewPr>
  <p:gridSpacing cx="78028800" cy="7802880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notesMasters/_rels/notesMaster1.xml.rels><?xml version="1.0" encoding="UTF-8" standalone="yes" ?>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pr="smNativeData" xmlns="smNativeData" val="SMDATA_15_4tk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D+PAAAAAAAA"/>
              </a:ext>
            </a:extLst>
          </p:cNvSpPr>
          <p:nvPr>
            <p:ph type="hdr" sz="quarter"/>
          </p:nvPr>
        </p:nvSpPr>
        <p:spPr>
          <a:xfrm>
            <a:off x="0" y="0"/>
            <a:ext cx="2971800" cy="459105"/>
          </a:xfrm>
          <a:prstGeom prst="rect">
            <a:avLst/>
          </a:prstGeom>
        </p:spPr>
        <p:txBody>
          <a:bodyPr vert="horz" wrap="square" lIns="91440" tIns="45720" rIns="91440" bIns="45720" numCol="1" spcCol="215900" anchor="t">
            <a:prstTxWarp prst="textNoShape">
              <a:avLst/>
            </a:prstTxWarp>
          </a:bodyPr>
          <a:lstStyle>
            <a:lvl1pPr algn="l">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p>
        </p:txBody>
      </p:sp>
      <p:sp>
        <p:nvSpPr>
          <p:cNvPr id="3" name="Date Placeholder 2"/>
          <p:cNvSpPr>
            <a:spLocks noGrp="1" noChangeArrowheads="1"/>
            <a:extLst>
              <a:ext uri="smNativeData">
                <pr:smNativeData xmlns:pr="smNativeData" xmlns="smNativeData" val="SMDATA_15_4tk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D+PAAAAAAAA"/>
              </a:ext>
            </a:extLst>
          </p:cNvSpPr>
          <p:nvPr>
            <p:ph type="dt" idx="10"/>
          </p:nvPr>
        </p:nvSpPr>
        <p:spPr>
          <a:xfrm>
            <a:off x="3884930" y="0"/>
            <a:ext cx="2971800" cy="459105"/>
          </a:xfrm>
          <a:prstGeom prst="rect">
            <a:avLst/>
          </a:prstGeom>
        </p:spPr>
        <p:txBody>
          <a:bodyPr vert="horz" wrap="square" lIns="91440" tIns="45720" rIns="91440" bIns="45720" numCol="1" spcCol="215900" anchor="t">
            <a:prstTxWarp prst="textNoShape">
              <a:avLst/>
            </a:prstTxWarp>
          </a:bodyPr>
          <a:lstStyle>
            <a:lvl1pPr algn="r">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8BDB270-3EF5-E844-BB05-C811FC4B4D9D}" type="datetime1">
              <a:t>5/26/2021</a:t>
            </a:fld>
          </a:p>
        </p:txBody>
      </p:sp>
      <p:sp>
        <p:nvSpPr>
          <p:cNvPr id="4" name="Slide Image Placeholder 3"/>
          <p:cNvSpPr>
            <a:spLocks noGrp="1" noChangeArrowheads="1"/>
            <a:extLst>
              <a:ext uri="smNativeData">
                <pr:smNativeData xmlns:pr="smNativeData" xmlns="smNativeData" val="SMDATA_15_4tkn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L8PAAD/HwAA"/>
              </a:ext>
            </a:extLst>
          </p:cNvSpPr>
          <p:nvPr>
            <p:ph type="sldImg" idx="2"/>
          </p:nvPr>
        </p:nvSpPr>
        <p:spPr>
          <a:xfrm>
            <a:off x="685800" y="1143000"/>
            <a:ext cx="5486400" cy="3086100"/>
          </a:xfrm>
          <a:prstGeom prst="rect">
            <a:avLst/>
          </a:prstGeom>
          <a:noFill/>
          <a:ln w="12700" cap="flat" cmpd="sng" algn="ctr">
            <a:solidFill>
              <a:srgbClr val="000000"/>
            </a:solidFill>
            <a:prstDash val="solid"/>
            <a:headEnd type="none"/>
            <a:tailEnd type="none"/>
          </a:ln>
        </p:spPr>
        <p:txBody>
          <a:bodyPr vert="horz" wrap="square" lIns="91440" tIns="45720" rIns="91440" bIns="45720" numCol="1" spcCol="215900" anchor="ctr">
            <a:prstTxWarp prst="textNoShape">
              <a:avLst/>
            </a:prstTxWarp>
          </a:bodyPr>
          <a:lstStyle/>
          <a:p>
            <a:pPr>
              <a:defRPr lang="en-us"/>
            </a:pPr>
          </a:p>
        </p:txBody>
      </p:sp>
      <p:sp>
        <p:nvSpPr>
          <p:cNvPr id="5" name="Notes Placeholder 4"/>
          <p:cNvSpPr>
            <a:spLocks noGrp="1" noChangeArrowheads="1"/>
            <a:extLst>
              <a:ext uri="smNativeData">
                <pr:smNativeData xmlns:pr="smNativeData" xmlns="smNativeData" val="SMDATA_15_4tk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D8PAAD/HwAA"/>
              </a:ext>
            </a:extLst>
          </p:cNvSpPr>
          <p:nvPr>
            <p:ph type="body" idx="3"/>
          </p:nvPr>
        </p:nvSpPr>
        <p:spPr>
          <a:xfrm>
            <a:off x="685800" y="4400550"/>
            <a:ext cx="5486400" cy="3600450"/>
          </a:xfrm>
          <a:prstGeom prst="rect">
            <a:avLst/>
          </a:prstGeom>
          <a:noFill/>
          <a:ln>
            <a:noFill/>
          </a:ln>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6" name="Footer Placeholder 5"/>
          <p:cNvSpPr>
            <a:spLocks noGrp="1" noChangeArrowheads="1"/>
            <a:extLst>
              <a:ext uri="smNativeData">
                <pr:smNativeData xmlns:pr="smNativeData" xmlns="smNativeData" val="SMDATA_15_4tkna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D/HwAA"/>
              </a:ext>
            </a:extLst>
          </p:cNvSpPr>
          <p:nvPr>
            <p:ph type="ftr" sz="quarter" idx="11"/>
          </p:nvPr>
        </p:nvSpPr>
        <p:spPr>
          <a:xfrm>
            <a:off x="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l">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p>
        </p:txBody>
      </p:sp>
      <p:sp>
        <p:nvSpPr>
          <p:cNvPr id="7" name="Slide Number Placeholder 6"/>
          <p:cNvSpPr>
            <a:spLocks noGrp="1" noChangeArrowheads="1"/>
            <a:extLst>
              <a:ext uri="smNativeData">
                <pr:smNativeData xmlns:pr="smNativeData" xmlns="smNativeData" val="SMDATA_15_4tkna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D/HwAA"/>
              </a:ext>
            </a:extLst>
          </p:cNvSpPr>
          <p:nvPr>
            <p:ph type="sldNum" sz="quarter" idx="12"/>
          </p:nvPr>
        </p:nvSpPr>
        <p:spPr>
          <a:xfrm>
            <a:off x="388493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r">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8BDDADB-95F5-E82C-BB05-6379944B4D36}" type="slidenum">
              <a:t>‹#›</a:t>
            </a:fld>
          </a:p>
        </p:txBody>
      </p:sp>
    </p:spTree>
  </p:cSld>
  <p:clrMap bg1="lt1" tx1="dk1" bg2="lt2" tx2="dk2" accent1="accent1" accent2="accent2" accent3="accent3" accent4="accent4" accent5="accent5" accent6="accent6" hlink="hlink" folHlink="folHlink"/>
  <p:hf hdr="0" ftr="0"/>
  <p:notesStyle>
    <a:lvl1pPr marL="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9pPr>
  </p:notesStyle>
</p:notesMaster>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poweredtemplate.com/membership/" TargetMode="External"/><Relationship Id="rId4" Type="http://schemas.openxmlformats.org/officeDocument/2006/relationships/hyperlink" Target="https://poweredtemplate.com/" TargetMode="External"/><Relationship Id="rId5" Type="http://schemas.openxmlformats.org/officeDocument/2006/relationships/image" Target="../media/image2.png"/></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support.poweredtemplates.com/" TargetMode="Externa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support.poweredtemplates.com/" TargetMode="Externa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poweredtemplate.com/" TargetMode="External"/><Relationship Id="rId3" Type="http://schemas.openxmlformats.org/officeDocument/2006/relationships/hyperlink" Target="https://poweredtemplate.com/membership/" TargetMode="Externa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4tkn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OgGAACgQQAAmBUAABAAAAAmAAAACAAAAIGAAAAAAAAA"/>
              </a:ext>
            </a:extLst>
          </p:cNvSpPr>
          <p:nvPr>
            <p:ph type="ctrTitle"/>
          </p:nvPr>
        </p:nvSpPr>
        <p:spPr>
          <a:xfrm>
            <a:off x="1524000" y="1122680"/>
            <a:ext cx="9144000" cy="2387600"/>
          </a:xfrm>
        </p:spPr>
        <p:txBody>
          <a:bodyPr vert="horz" wrap="square" lIns="91440" tIns="45720" rIns="91440" bIns="45720" numCol="1" spcCol="215900" anchor="b">
            <a:prstTxWarp prst="textNoShape">
              <a:avLst/>
            </a:prstTxWarp>
          </a:bodyPr>
          <a:lstStyle>
            <a:lvl1pPr algn="ctr">
              <a:defRPr lang="en-us" sz="6000" cap="none">
                <a:solidFill>
                  <a:srgbClr val="7F7F7F"/>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Subtitle 2"/>
          <p:cNvSpPr>
            <a:spLocks noGrp="1" noChangeArrowheads="1"/>
            <a:extLst>
              <a:ext uri="smNativeData">
                <pr:smNativeData xmlns:pr="smNativeData" xmlns="smNativeData" val="SMDATA_15_4tkn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CkWAACgQQAAWCAAABAAAAAmAAAACAAAAAGAAAAAAAAA"/>
              </a:ext>
            </a:extLst>
          </p:cNvSpPr>
          <p:nvPr>
            <p:ph type="subTitle" idx="1"/>
          </p:nvPr>
        </p:nvSpPr>
        <p:spPr>
          <a:xfrm>
            <a:off x="1524000" y="3602355"/>
            <a:ext cx="9144000" cy="1655445"/>
          </a:xfrm>
        </p:spPr>
        <p:txBody>
          <a:bodyPr/>
          <a:lstStyle>
            <a:lvl1pPr marL="0" indent="0" algn="ctr">
              <a:buNone/>
              <a:defRPr lang="en-us" sz="2400" cap="none">
                <a:solidFill>
                  <a:srgbClr val="7F7F7F"/>
                </a:solidFill>
              </a:defRPr>
            </a:lvl1pPr>
            <a:lvl2pPr marL="457200" indent="0" algn="ctr">
              <a:buNone/>
              <a:defRPr lang="en-us" sz="2000" cap="none"/>
            </a:lvl2pPr>
            <a:lvl3pPr marL="914400" indent="0" algn="ctr">
              <a:buNone/>
              <a:defRPr lang="en-us" sz="1800" cap="none"/>
            </a:lvl3pPr>
            <a:lvl4pPr marL="1371600" indent="0" algn="ctr">
              <a:buNone/>
              <a:defRPr lang="en-us" sz="1600" cap="none"/>
            </a:lvl4pPr>
            <a:lvl5pPr marL="1828800" indent="0" algn="ctr">
              <a:buNone/>
              <a:defRPr lang="en-us" sz="1600" cap="none"/>
            </a:lvl5pPr>
            <a:lvl6pPr marL="2286000" indent="0" algn="ctr">
              <a:buNone/>
              <a:defRPr lang="en-us" sz="1600" cap="none"/>
            </a:lvl6pPr>
            <a:lvl7pPr marL="2743200" indent="0" algn="ctr">
              <a:buNone/>
              <a:defRPr lang="en-us" sz="1600" cap="none"/>
            </a:lvl7pPr>
            <a:lvl8pPr marL="3200400" indent="0" algn="ctr">
              <a:buNone/>
              <a:defRPr lang="en-us" sz="1600" cap="none"/>
            </a:lvl8pPr>
            <a:lvl9pPr marL="3657600" indent="0" algn="ctr">
              <a:buNone/>
              <a:defRPr lang="en-us" sz="1600" cap="none"/>
            </a:lvl9pPr>
          </a:lstStyle>
          <a:p>
            <a:pPr>
              <a:defRPr lang="en-us"/>
            </a:pPr>
            <a:r>
              <a:t>Click to edit Master subtitle style</a:t>
            </a:r>
          </a:p>
        </p:txBody>
      </p:sp>
      <p:sp>
        <p:nvSpPr>
          <p:cNvPr id="4" name="Date Placeholder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8BDDC7F-31F5-E82A-BB05-C77F924B4D92}" type="datetime1">
              <a:t>5/26/2021</a:t>
            </a:fld>
          </a:p>
        </p:txBody>
      </p:sp>
      <p:sp>
        <p:nvSpPr>
          <p:cNvPr id="5" name="Footer Placeholder 4"/>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6" name="Slide Number Placeholder 5"/>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8BDD380-CEF5-E825-BB05-38709D4B4D6D}" type="slidenum">
              <a:t>‹#›</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Title and Content Ligh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NcAAADYRQAAkQUAABAAAAAmAAAACAAAAAGAAAAAAAAA"/>
              </a:ext>
            </a:extLst>
          </p:cNvSpPr>
          <p:nvPr>
            <p:ph type="title"/>
          </p:nvPr>
        </p:nvSpPr>
        <p:spPr>
          <a:xfrm>
            <a:off x="838200" y="136525"/>
            <a:ext cx="10515600" cy="768350"/>
          </a:xfrm>
        </p:spPr>
        <p:txBody>
          <a:bodyPr/>
          <a:lstStyle>
            <a:lvl1pPr algn="ctr">
              <a:defRPr lang="en-us" cap="none">
                <a:solidFill>
                  <a:srgbClr val="7F7F7F"/>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Date Placeholder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8BDE173-3DF5-E817-BB05-CB42AF4B4D9E}" type="datetime1">
              <a:t/>
            </a:fld>
          </a:p>
        </p:txBody>
      </p:sp>
      <p:sp>
        <p:nvSpPr>
          <p:cNvPr id="4" name="Footer Placeholder 4"/>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5" name="Slide Number Placeholder 5"/>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8BDBFB8-F6F5-E849-BB05-001CF14B4D55}" type="slidenum">
              <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Title and Content Dark">
    <p:bg>
      <p:bgPr>
        <a:solidFill>
          <a:srgbClr val="484848"/>
        </a:solidFill>
        <a:effectLst/>
      </p:bgPr>
    </p:bg>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NcAAADYRQAAkQUAABAAAAAmAAAACAAAAAGAAAAAAAAA"/>
              </a:ext>
            </a:extLst>
          </p:cNvSpPr>
          <p:nvPr>
            <p:ph type="title"/>
          </p:nvPr>
        </p:nvSpPr>
        <p:spPr>
          <a:xfrm>
            <a:off x="838200" y="136525"/>
            <a:ext cx="10515600" cy="768350"/>
          </a:xfrm>
        </p:spPr>
        <p:txBody>
          <a:bodyPr/>
          <a:lstStyle>
            <a:lvl1pPr algn="ctr">
              <a:defRPr lang="en-us" cap="none">
                <a:solidFill>
                  <a:schemeClr val="bg1"/>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Date Placeholder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CAAAAAAAAA"/>
              </a:ext>
            </a:extLst>
          </p:cNvSpPr>
          <p:nvPr>
            <p:ph type="dt" sz="half" idx="10"/>
          </p:nvPr>
        </p:nvSpPr>
        <p:spPr/>
        <p:txBody>
          <a:bodyPr/>
          <a:lstStyle>
            <a:lvl1pPr>
              <a:defRPr lang="en-us" cap="none">
                <a:solidFill>
                  <a:srgbClr val="D8D8D8"/>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8BDC42D-63F5-E832-BB05-95678A4B4DC0}" type="datetime1">
              <a:t/>
            </a:fld>
          </a:p>
        </p:txBody>
      </p:sp>
      <p:sp>
        <p:nvSpPr>
          <p:cNvPr id="4" name="Footer Placeholder 4"/>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CAAAAAAAAA"/>
              </a:ext>
            </a:extLst>
          </p:cNvSpPr>
          <p:nvPr>
            <p:ph type="ftr" sz="quarter" idx="11"/>
          </p:nvPr>
        </p:nvSpPr>
        <p:spPr/>
        <p:txBody>
          <a:bodyPr/>
          <a:lstStyle>
            <a:lvl1pPr>
              <a:defRPr lang="en-us" cap="none">
                <a:solidFill>
                  <a:srgbClr val="D8D8D8"/>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Designed by PoweredTemplate</a:t>
            </a:r>
          </a:p>
        </p:txBody>
      </p:sp>
      <p:sp>
        <p:nvSpPr>
          <p:cNvPr id="5" name="Slide Number Placeholder 5"/>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AAAAAA"/>
              </a:ext>
            </a:extLst>
          </p:cNvSpPr>
          <p:nvPr>
            <p:ph type="sldNum" sz="quarter" idx="12"/>
          </p:nvPr>
        </p:nvSpPr>
        <p:spPr/>
        <p:txBody>
          <a:bodyPr/>
          <a:lstStyle>
            <a:lvl1pPr>
              <a:defRPr lang="en-us" cap="none">
                <a:solidFill>
                  <a:srgbClr val="D8D8D8"/>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8BDB933-7DF5-E84F-BB05-8B1AF74B4DDE}" type="slidenum">
              <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Discount Code">
    <p:bg>
      <p:bgPr>
        <a:solidFill>
          <a:srgbClr val="7358B1"/>
        </a:solidFill>
        <a:effectLst/>
      </p:bgPr>
    </p:bg>
    <p:spTree>
      <p:nvGrpSpPr>
        <p:cNvPr id="1" name=""/>
        <p:cNvGrpSpPr/>
        <p:nvPr/>
      </p:nvGrpSpPr>
      <p:grpSpPr>
        <a:xfrm>
          <a:off x="0" y="0"/>
          <a:ext cx="0" cy="0"/>
          <a:chOff x="0" y="0"/>
          <a:chExt cx="0" cy="0"/>
        </a:xfrm>
      </p:grpSpPr>
      <p:pic>
        <p:nvPicPr>
          <p:cNvPr id="2" name="Picture 6"/>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AAAAAAAAAAAEAAAAAAAAAPAAAAPb////IAAAAZAAAAGQAAAAAAAAAy8vLADwAAAD2////yAAAAGQAAABkAAAAAAAAAAcAAAA4AAAAAAAAAAAAAAAAAAAA////AAAAAAAAAAAAAAAAAAAAAAC/CAAAVAwAAAAAAABkAAAAZAAAAAAAAAAjAAAABAAAAGQAAAAXAAAAFAAAAAAAAAAAAAAA/38AAP9/AAAAAAAACQAAAAQAAAAAAAAAHgAAAGgAAAAAAAAAAAAAAAAAAAAAAAAAAAAAABAnAAAQJwAAAAAAAAAAAAAAAAAAAAAAAAAAAAAAAAAAAAAAAAAAAABQAAAAAAAAAMDA/wAAAAAAAAAAAAA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AAAAADLy8sAwMD/AH9/fwAAAAAAAAAAAAAAAAD///8AAAAAACEAAAAYAAAAFAAAAIEHAAAOAAAAAUsAAD4qAAAQAAAAJgAAAAgAAAD//////////w=="/>
              </a:ext>
            </a:extLst>
          </p:cNvPicPr>
          <p:nvPr/>
        </p:nvPicPr>
        <p:blipFill>
          <a:blip r:embed="rId2"/>
          <a:srcRect l="0" t="0" r="22390" b="31560"/>
          <a:stretch>
            <a:fillRect/>
          </a:stretch>
        </p:blipFill>
        <p:spPr>
          <a:xfrm>
            <a:off x="1219835" y="8890"/>
            <a:ext cx="10972800" cy="6858000"/>
          </a:xfrm>
          <a:prstGeom prst="rect">
            <a:avLst/>
          </a:prstGeom>
          <a:noFill/>
          <a:ln>
            <a:noFill/>
          </a:ln>
          <a:effectLst>
            <a:outerShdw blurRad="50800" dist="127159" dir="5571744" algn="tl">
              <a:srgbClr val="000000">
                <a:alpha val="40000"/>
              </a:srgbClr>
            </a:outerShdw>
          </a:effectLst>
        </p:spPr>
      </p:pic>
      <p:sp>
        <p:nvSpPr>
          <p:cNvPr id="3" name="TextBox 7"/>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PEDAABLHAAAmQ0AABAgAAAmAAAACAAAAP//////////"/>
              </a:ext>
            </a:extLst>
          </p:cNvSpPr>
          <p:nvPr/>
        </p:nvSpPr>
        <p:spPr>
          <a:xfrm>
            <a:off x="365760" y="640715"/>
            <a:ext cx="4233545" cy="1569720"/>
          </a:xfrm>
          <a:prstGeom prst="rect">
            <a:avLst/>
          </a:prstGeom>
          <a:noFill/>
          <a:ln>
            <a:noFill/>
          </a:ln>
          <a:effectLst/>
        </p:spPr>
        <p:txBody>
          <a:bodyPr vert="horz" wrap="none" lIns="91440" tIns="45720" rIns="91440" bIns="45720" numCol="1" spcCol="215900" anchor="t"/>
          <a:lstStyle/>
          <a:p>
            <a:pPr>
              <a:defRPr lang="en-us"/>
            </a:pPr>
            <a:r>
              <a:rPr lang="en-us" sz="9600" b="1" cap="none">
                <a:solidFill>
                  <a:schemeClr val="bg1"/>
                </a:solidFill>
              </a:rPr>
              <a:t>75,000+</a:t>
            </a:r>
            <a:endParaRPr lang="en-us" sz="9600" b="1" cap="none">
              <a:solidFill>
                <a:schemeClr val="bg1"/>
              </a:solidFill>
            </a:endParaRPr>
          </a:p>
        </p:txBody>
      </p:sp>
      <p:sp>
        <p:nvSpPr>
          <p:cNvPr id="4" name="TextBox 8"/>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KQMAAD1KQAA2REAABAgAAAmAAAACAAAAP//////////"/>
              </a:ext>
            </a:extLst>
          </p:cNvSpPr>
          <p:nvPr/>
        </p:nvSpPr>
        <p:spPr>
          <a:xfrm>
            <a:off x="365760" y="2054860"/>
            <a:ext cx="6454775" cy="846455"/>
          </a:xfrm>
          <a:prstGeom prst="rect">
            <a:avLst/>
          </a:prstGeom>
          <a:noFill/>
          <a:ln>
            <a:noFill/>
          </a:ln>
          <a:effectLst/>
        </p:spPr>
        <p:txBody>
          <a:bodyPr vert="horz" wrap="square" lIns="91440" tIns="45720" rIns="91440" bIns="45720" numCol="1" spcCol="215900" anchor="t"/>
          <a:lstStyle/>
          <a:p>
            <a:pPr>
              <a:defRPr lang="en-us"/>
            </a:pPr>
            <a:r>
              <a:rPr lang="en-us" sz="1650" b="1" cap="none">
                <a:solidFill>
                  <a:schemeClr val="bg1"/>
                </a:solidFill>
              </a:rPr>
              <a:t>Eye-Catching Preformatted Editable Templates. </a:t>
            </a:r>
            <a:endParaRPr lang="en-us" sz="1650" b="1" cap="none">
              <a:solidFill>
                <a:schemeClr val="bg1"/>
              </a:solidFill>
            </a:endParaRPr>
          </a:p>
          <a:p>
            <a:pPr>
              <a:defRPr lang="en-us"/>
            </a:pPr>
            <a:r>
              <a:rPr lang="en-us" sz="1600" b="1" cap="none">
                <a:solidFill>
                  <a:schemeClr val="bg1"/>
                </a:solidFill>
              </a:rPr>
              <a:t>Download and save hours of work!</a:t>
            </a:r>
            <a:endParaRPr lang="en-us" sz="1600" b="1" cap="none">
              <a:solidFill>
                <a:schemeClr val="bg1"/>
              </a:solidFill>
            </a:endParaRPr>
          </a:p>
          <a:p>
            <a:pPr>
              <a:defRPr lang="en-us"/>
            </a:pPr>
            <a:endParaRPr lang="en-us" sz="1650" b="1" cap="none">
              <a:solidFill>
                <a:schemeClr val="bg1"/>
              </a:solidFill>
            </a:endParaRPr>
          </a:p>
        </p:txBody>
      </p:sp>
      <p:sp>
        <p:nvSpPr>
          <p:cNvPr id="5" name="Rectangle: Rounded Corners 10">
            <a:hlinkClick r:id="rId3"/>
          </p:cNvPr>
          <p:cNvSpPr>
            <a:extLst>
              <a:ext uri="smNativeData">
                <pr:smNativeData xmlns:pr="smNativeData" xmlns="smNativeData" val="SMDATA_15_4tknahMAAAAlAAAAZQAAAA0AAAAAkAAAAEgAAACQAAAASAAAAAAAAAABAAAAAAAAAAEAAABQAAAAhbacS3FV1T8AAAAAAADwv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P///wg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P///wF/f38A5+bmA8zMzADAwP8Af39/AAAAAAAAAAAAAAAAAAAAAAAAAAAAIQAAABgAAAAUAAAA2AIAAMQdAAAXDwAA3yEAABAAAAAmAAAACAAAAP//////////"/>
              </a:ext>
            </a:extLst>
          </p:cNvSpPr>
          <p:nvPr/>
        </p:nvSpPr>
        <p:spPr>
          <a:xfrm>
            <a:off x="462280" y="4838700"/>
            <a:ext cx="1990725" cy="667385"/>
          </a:xfrm>
          <a:prstGeom prst="roundRect">
            <a:avLst>
              <a:gd name="adj" fmla="val 16667"/>
            </a:avLst>
          </a:prstGeom>
          <a:noFill/>
          <a:ln w="9525" cap="flat" cmpd="sng" algn="ctr">
            <a:solidFill>
              <a:schemeClr val="bg1"/>
            </a:solidFill>
            <a:prstDash val="solid"/>
            <a:headEnd type="none"/>
            <a:tailEnd type="none"/>
          </a:ln>
          <a:effectLst/>
        </p:spPr>
        <p:txBody>
          <a:bodyPr vert="horz" wrap="square" lIns="91440" tIns="45720" rIns="91440" bIns="45720" numCol="1" spcCol="215900" anchor="ctr"/>
          <a:lstStyle/>
          <a:p>
            <a:pPr algn="ctr">
              <a:defRPr lang="en-us" cap="none">
                <a:solidFill>
                  <a:schemeClr val="accent1"/>
                </a:solidFill>
                <a:latin typeface="Calibri" pitchFamily="2" charset="0"/>
                <a:ea typeface="Calibri" pitchFamily="2" charset="0"/>
                <a:cs typeface="Calibri" pitchFamily="2" charset="0"/>
              </a:defRPr>
            </a:pPr>
            <a:r>
              <a:rPr lang="en-us" cap="none">
                <a:solidFill>
                  <a:schemeClr val="bg1"/>
                </a:solidFill>
              </a:rPr>
              <a:t>CODE: </a:t>
            </a:r>
            <a:r>
              <a:rPr lang="en-us" b="1" cap="none">
                <a:solidFill>
                  <a:schemeClr val="bg1"/>
                </a:solidFill>
              </a:rPr>
              <a:t>ANNUAL30</a:t>
            </a:r>
            <a:endParaRPr lang="en-us" b="1" cap="none">
              <a:solidFill>
                <a:schemeClr val="bg1"/>
              </a:solidFill>
            </a:endParaRPr>
          </a:p>
        </p:txBody>
      </p:sp>
      <p:sp>
        <p:nvSpPr>
          <p:cNvPr id="6" name="TextBox 11"/>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LgYAABLHAAAWB8AABAgAAAmAAAACAAAAP//////////"/>
              </a:ext>
            </a:extLst>
          </p:cNvSpPr>
          <p:nvPr/>
        </p:nvSpPr>
        <p:spPr>
          <a:xfrm>
            <a:off x="365760" y="4018280"/>
            <a:ext cx="4233545" cy="1076960"/>
          </a:xfrm>
          <a:prstGeom prst="rect">
            <a:avLst/>
          </a:prstGeom>
          <a:noFill/>
          <a:ln>
            <a:noFill/>
          </a:ln>
          <a:effectLst/>
        </p:spPr>
        <p:txBody>
          <a:bodyPr vert="horz" wrap="square" lIns="91440" tIns="45720" rIns="91440" bIns="45720" numCol="1" spcCol="215900" anchor="t"/>
          <a:lstStyle/>
          <a:p>
            <a:pPr>
              <a:defRPr lang="en-us"/>
            </a:pPr>
            <a:r>
              <a:rPr lang="en-us" sz="2400" b="1" cap="none">
                <a:solidFill>
                  <a:schemeClr val="bg1"/>
                </a:solidFill>
              </a:rPr>
              <a:t>30% OFF</a:t>
            </a:r>
            <a:endParaRPr lang="en-us" sz="2400" b="1" cap="none">
              <a:solidFill>
                <a:schemeClr val="bg1"/>
              </a:solidFill>
            </a:endParaRPr>
          </a:p>
          <a:p>
            <a:pPr>
              <a:defRPr lang="en-us"/>
            </a:pPr>
            <a:r>
              <a:rPr lang="en-us" sz="2000" b="1" cap="none">
                <a:solidFill>
                  <a:schemeClr val="bg1"/>
                </a:solidFill>
              </a:rPr>
              <a:t>Your Annual Membership Plan</a:t>
            </a:r>
            <a:endParaRPr lang="en-us" sz="2000" b="1" cap="none">
              <a:solidFill>
                <a:schemeClr val="bg1"/>
              </a:solidFill>
            </a:endParaRPr>
          </a:p>
          <a:p>
            <a:pPr>
              <a:defRPr lang="en-us"/>
            </a:pPr>
            <a:endParaRPr lang="en-us" sz="2000" b="1" cap="none">
              <a:solidFill>
                <a:schemeClr val="bg1"/>
              </a:solidFill>
            </a:endParaRPr>
          </a:p>
        </p:txBody>
      </p:sp>
      <p:pic>
        <p:nvPicPr>
          <p:cNvPr id="7" name="Picture 12" descr="A picture containing drawing&#10;&#10;Description automatically generated">
            <a:hlinkClick r:id="rId4"/>
          </p:cNvPr>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NgCAADqAQAAMRgAAKkEAAAQAAAAJgAAAAgAAAD//////////w=="/>
              </a:ext>
            </a:extLst>
          </p:cNvPicPr>
          <p:nvPr/>
        </p:nvPicPr>
        <p:blipFill>
          <a:blip r:embed="rId5"/>
          <a:stretch>
            <a:fillRect/>
          </a:stretch>
        </p:blipFill>
        <p:spPr>
          <a:xfrm>
            <a:off x="462280" y="311150"/>
            <a:ext cx="3470275" cy="446405"/>
          </a:xfrm>
          <a:prstGeom prst="rect">
            <a:avLst/>
          </a:prstGeom>
          <a:noFill/>
          <a:ln>
            <a:noFill/>
          </a:ln>
          <a:effectLst/>
        </p:spPr>
      </p:pic>
      <p:sp>
        <p:nvSpPr>
          <p:cNvPr id="8" name="TextBox 13"/>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AIAAFciAAAZDgAACyQAABAgAAAmAAAACAAAAP//////////"/>
              </a:ext>
            </a:extLst>
          </p:cNvSpPr>
          <p:nvPr/>
        </p:nvSpPr>
        <p:spPr>
          <a:xfrm>
            <a:off x="365760" y="5582285"/>
            <a:ext cx="1925955" cy="276860"/>
          </a:xfrm>
          <a:prstGeom prst="rect">
            <a:avLst/>
          </a:prstGeom>
          <a:noFill/>
          <a:ln>
            <a:noFill/>
          </a:ln>
          <a:effectLst/>
        </p:spPr>
        <p:txBody>
          <a:bodyPr vert="horz" wrap="none" lIns="91440" tIns="45720" rIns="91440" bIns="45720" numCol="1" spcCol="215900" anchor="t"/>
          <a:lstStyle/>
          <a:p>
            <a:pPr>
              <a:defRPr lang="en-us"/>
            </a:pPr>
            <a:r>
              <a:rPr lang="en-us" sz="1200" cap="none">
                <a:solidFill>
                  <a:schemeClr val="bg1"/>
                </a:solidFill>
                <a:hlinkClick r:id="rId4"/>
              </a:rPr>
              <a:t>Visit PoweredTemplate.com</a:t>
            </a:r>
            <a:endParaRPr lang="en-us" sz="1200" cap="none">
              <a:solidFill>
                <a:schemeClr val="bg1"/>
              </a:solidFill>
            </a:endParaRPr>
          </a:p>
        </p:txBody>
      </p:sp>
      <p:sp>
        <p:nvSpPr>
          <p:cNvPr id="9" name="TextBox 15"/>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cgMAAHgRAAD1KQAAJhcAABAgAAAmAAAACAAAAP//////////"/>
              </a:ext>
            </a:extLst>
          </p:cNvSpPr>
          <p:nvPr/>
        </p:nvSpPr>
        <p:spPr>
          <a:xfrm>
            <a:off x="560070" y="2839720"/>
            <a:ext cx="6260465" cy="923290"/>
          </a:xfrm>
          <a:prstGeom prst="rect">
            <a:avLst/>
          </a:prstGeom>
          <a:noFill/>
          <a:ln>
            <a:noFill/>
          </a:ln>
          <a:effectLst/>
        </p:spPr>
        <p:txBody>
          <a:bodyPr vert="horz" wrap="square" lIns="91440" tIns="45720" rIns="91440" bIns="45720" numCol="1" spcCol="215900" anchor="t"/>
          <a:lstStyle/>
          <a:p>
            <a:pPr marL="285750" indent="-285750">
              <a:buFont typeface="Arial" pitchFamily="2" charset="0"/>
              <a:buChar char="•"/>
              <a:defRPr lang="en-us"/>
            </a:pPr>
            <a:r>
              <a:rPr lang="en-us" b="1" cap="none">
                <a:solidFill>
                  <a:schemeClr val="bg1"/>
                </a:solidFill>
              </a:rPr>
              <a:t>Easy to use</a:t>
            </a:r>
            <a:endParaRPr lang="en-us" b="1" cap="none">
              <a:solidFill>
                <a:schemeClr val="bg1"/>
              </a:solidFill>
            </a:endParaRPr>
          </a:p>
          <a:p>
            <a:pPr marL="285750" indent="-285750">
              <a:buFont typeface="Arial" pitchFamily="2" charset="0"/>
              <a:buChar char="•"/>
              <a:defRPr lang="en-us"/>
            </a:pPr>
            <a:r>
              <a:rPr lang="en-us" b="1" cap="none">
                <a:solidFill>
                  <a:schemeClr val="bg1"/>
                </a:solidFill>
              </a:rPr>
              <a:t>Fully customizable</a:t>
            </a:r>
            <a:endParaRPr lang="en-us" b="1" cap="none">
              <a:solidFill>
                <a:schemeClr val="bg1"/>
              </a:solidFill>
            </a:endParaRPr>
          </a:p>
          <a:p>
            <a:pPr marL="285750" indent="-285750">
              <a:buFont typeface="Arial" pitchFamily="2" charset="0"/>
              <a:buChar char="•"/>
              <a:defRPr lang="en-us"/>
            </a:pPr>
            <a:r>
              <a:rPr lang="en-us" b="1" cap="none">
                <a:solidFill>
                  <a:schemeClr val="bg1"/>
                </a:solidFill>
              </a:rPr>
              <a:t>Cutting edge designs</a:t>
            </a:r>
            <a:endParaRPr lang="en-us" b="1" cap="none">
              <a:solidFill>
                <a:schemeClr val="bg1"/>
              </a:solidFill>
            </a:endParaRPr>
          </a:p>
        </p:txBody>
      </p:sp>
    </p:spTree>
  </p:cSld>
  <p:clrMapOvr>
    <a:masterClrMapping/>
  </p:clrMapOvr>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Change Shape Colors">
    <p:spTree>
      <p:nvGrpSpPr>
        <p:cNvPr id="1" name=""/>
        <p:cNvGrpSpPr/>
        <p:nvPr/>
      </p:nvGrpSpPr>
      <p:grpSpPr>
        <a:xfrm>
          <a:off x="0" y="0"/>
          <a:ext cx="0" cy="0"/>
          <a:chOff x="0" y="0"/>
          <a:chExt cx="0" cy="0"/>
        </a:xfrm>
      </p:grpSpPr>
      <p:sp>
        <p:nvSpPr>
          <p:cNvPr id="2" name="Date Placeholder 2"/>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8BDE5F9-B7F5-E813-BB05-4146AB4B4D14}" type="datetime1">
              <a:t/>
            </a:fld>
          </a:p>
        </p:txBody>
      </p:sp>
      <p:sp>
        <p:nvSpPr>
          <p:cNvPr id="3" name="Footer Placeholder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4" name="Slide Number Placeholder 4"/>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8BDA7A8-E6F5-E851-BB05-1004E94B4D45}" type="slidenum">
              <a:t/>
            </a:fld>
          </a:p>
        </p:txBody>
      </p:sp>
      <p:pic>
        <p:nvPicPr>
          <p:cNvPr id="5" name="Picture 6"/>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wdAACYEQAAjCwAAJchAAAQAAAAJgAAAAgAAAD//////////w=="/>
              </a:ext>
            </a:extLst>
          </p:cNvPicPr>
          <p:nvPr/>
        </p:nvPicPr>
        <p:blipFill>
          <a:blip r:embed="rId2"/>
          <a:stretch>
            <a:fillRect/>
          </a:stretch>
        </p:blipFill>
        <p:spPr>
          <a:xfrm>
            <a:off x="4742180" y="2860040"/>
            <a:ext cx="2499360" cy="2600325"/>
          </a:xfrm>
          <a:prstGeom prst="rect">
            <a:avLst/>
          </a:prstGeom>
          <a:noFill/>
          <a:ln>
            <a:noFill/>
          </a:ln>
          <a:effectLst/>
        </p:spPr>
      </p:pic>
      <p:pic>
        <p:nvPicPr>
          <p:cNvPr id="6" name="Picture 7" descr="A screenshot of a cell phone&#10;&#10;Description automatically generated"/>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ERiB4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EsAAByDgAAKjQAAA0lAAAQAAAAJgAAAAgAAAD//////////w=="/>
              </a:ext>
            </a:extLst>
          </p:cNvPicPr>
          <p:nvPr/>
        </p:nvPicPr>
        <p:blipFill>
          <a:blip r:embed="rId3"/>
          <a:stretch>
            <a:fillRect/>
          </a:stretch>
        </p:blipFill>
        <p:spPr>
          <a:xfrm>
            <a:off x="7173595" y="2348230"/>
            <a:ext cx="1306195" cy="3674745"/>
          </a:xfrm>
          <a:prstGeom prst="rect">
            <a:avLst/>
          </a:prstGeom>
          <a:noFill/>
          <a:ln>
            <a:noFill/>
          </a:ln>
          <a:effectLst/>
        </p:spPr>
      </p:pic>
      <p:pic>
        <p:nvPicPr>
          <p:cNvPr id="7" name="Picture 8" descr="A screenshot of a cell phone&#10;&#10;Description automatically generated"/>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Bc1AADuDgAAE0UAAA0lAAAQAAAAJgAAAAgAAAD//////////w=="/>
              </a:ext>
            </a:extLst>
          </p:cNvPicPr>
          <p:nvPr/>
        </p:nvPicPr>
        <p:blipFill>
          <a:blip r:embed="rId4"/>
          <a:stretch>
            <a:fillRect/>
          </a:stretch>
        </p:blipFill>
        <p:spPr>
          <a:xfrm>
            <a:off x="8630285" y="2426970"/>
            <a:ext cx="2598420" cy="3596005"/>
          </a:xfrm>
          <a:prstGeom prst="rect">
            <a:avLst/>
          </a:prstGeom>
          <a:noFill/>
          <a:ln>
            <a:noFill/>
          </a:ln>
          <a:effectLst/>
        </p:spPr>
      </p:pic>
      <p:sp>
        <p:nvSpPr>
          <p:cNvPr id="8" name="Content Placeholder 2"/>
          <p:cNvSpPr>
            <a:extLst>
              <a:ext uri="smNativeData">
                <pr:smNativeData xmlns:pr="smNativeData" xmlns="smNativeData" val="SMDATA_15_4tk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5+bmA8zMzADAwP8Af39/AAAAAAAAAAAAAAAAAAAAAAAAAAAAIQAAABgAAAAUAAAAKAUAAJoPAADWGgAANSYAABAAAAAmAAAACAAAAP//////////"/>
              </a:ext>
            </a:extLst>
          </p:cNvSpPr>
          <p:nvPr/>
        </p:nvSpPr>
        <p:spPr>
          <a:xfrm>
            <a:off x="838200" y="2536190"/>
            <a:ext cx="3524250" cy="3674745"/>
          </a:xfrm>
          <a:prstGeom prst="rect">
            <a:avLst/>
          </a:prstGeom>
          <a:noFill/>
          <a:ln>
            <a:noFill/>
          </a:ln>
          <a:effectLst/>
        </p:spPr>
        <p:txBody>
          <a:bodyPr vert="horz" wrap="square" lIns="91440" tIns="45720" rIns="91440" bIns="45720" numCol="1" spcCol="215900" anchor="t"/>
          <a:lstStyle>
            <a:lvl1pPr marL="228600" indent="-228600" algn="l" defTabSz="914400">
              <a:lnSpc>
                <a:spcPct val="90000"/>
              </a:lnSpc>
              <a:spcBef>
                <a:spcPts val="1000"/>
              </a:spcBef>
              <a:buFont typeface="Arial" pitchFamily="2" charset="0"/>
              <a:buChar char="•"/>
              <a:tabLst/>
              <a:defRPr lang="en-us" sz="2800" kern="1" cap="none">
                <a:solidFill>
                  <a:schemeClr val="tx1"/>
                </a:solidFill>
                <a:latin typeface="Calibri" pitchFamily="2" charset="0"/>
                <a:ea typeface="Calibri" pitchFamily="2" charset="0"/>
                <a:cs typeface="Calibri" pitchFamily="2" charset="0"/>
              </a:defRPr>
            </a:lvl1pPr>
            <a:lvl2pPr marL="685800" indent="-228600" algn="l" defTabSz="914400">
              <a:lnSpc>
                <a:spcPct val="90000"/>
              </a:lnSpc>
              <a:spcBef>
                <a:spcPts val="500"/>
              </a:spcBef>
              <a:buFont typeface="Arial" pitchFamily="2" charset="0"/>
              <a:buChar char="•"/>
              <a:tabLst/>
              <a:defRPr lang="en-us" sz="2400" kern="1" cap="none">
                <a:solidFill>
                  <a:schemeClr val="tx1"/>
                </a:solidFill>
                <a:latin typeface="Calibri" pitchFamily="2" charset="0"/>
                <a:ea typeface="Calibri" pitchFamily="2" charset="0"/>
                <a:cs typeface="Calibri" pitchFamily="2" charset="0"/>
              </a:defRPr>
            </a:lvl2pPr>
            <a:lvl3pPr marL="1143000" indent="-228600" algn="l" defTabSz="914400">
              <a:lnSpc>
                <a:spcPct val="90000"/>
              </a:lnSpc>
              <a:spcBef>
                <a:spcPts val="500"/>
              </a:spcBef>
              <a:buFont typeface="Arial" pitchFamily="2" charset="0"/>
              <a:buChar char="•"/>
              <a:tabLst/>
              <a:defRPr lang="en-us" sz="2000" kern="1" cap="none">
                <a:solidFill>
                  <a:schemeClr val="tx1"/>
                </a:solidFill>
                <a:latin typeface="Calibri" pitchFamily="2" charset="0"/>
                <a:ea typeface="Calibri" pitchFamily="2" charset="0"/>
                <a:cs typeface="Calibri" pitchFamily="2" charset="0"/>
              </a:defRPr>
            </a:lvl3pPr>
            <a:lvl4pPr marL="1600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4pPr>
            <a:lvl5pPr marL="20574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5pPr>
            <a:lvl6pPr marL="25146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6pPr>
            <a:lvl7pPr marL="29718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7pPr>
            <a:lvl8pPr marL="34290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8pPr>
            <a:lvl9pPr marL="3886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9pPr>
          </a:lstStyle>
          <a:p>
            <a:pPr marL="457200" indent="-457200">
              <a:buFontTx/>
              <a:buAutoNum type="arabicPlain"/>
              <a:defRPr lang="en-us"/>
            </a:pPr>
            <a:r>
              <a:rPr lang="en-us" sz="2000" cap="none">
                <a:solidFill>
                  <a:srgbClr val="7F7F7F"/>
                </a:solidFill>
              </a:rPr>
              <a:t>Right click on the object you want to change the color of.</a:t>
            </a:r>
            <a:endParaRPr lang="en-us" sz="2000" cap="none">
              <a:solidFill>
                <a:srgbClr val="7F7F7F"/>
              </a:solidFill>
            </a:endParaRPr>
          </a:p>
          <a:p>
            <a:pPr marL="457200" indent="-457200">
              <a:buFontTx/>
              <a:buAutoNum type="arabicPlain"/>
              <a:defRPr lang="en-us"/>
            </a:pPr>
            <a:r>
              <a:rPr lang="en-us" sz="2000" cap="none">
                <a:solidFill>
                  <a:srgbClr val="7F7F7F"/>
                </a:solidFill>
              </a:rPr>
              <a:t>Choose Format Shape in drop down menu.</a:t>
            </a:r>
            <a:endParaRPr lang="en-us" sz="2000" cap="none">
              <a:solidFill>
                <a:srgbClr val="7F7F7F"/>
              </a:solidFill>
            </a:endParaRPr>
          </a:p>
          <a:p>
            <a:pPr marL="457200" indent="-457200">
              <a:buFontTx/>
              <a:buAutoNum type="arabicPlain"/>
              <a:defRPr lang="en-us"/>
            </a:pPr>
            <a:r>
              <a:rPr lang="en-us" sz="2000" cap="none">
                <a:solidFill>
                  <a:srgbClr val="7F7F7F"/>
                </a:solidFill>
              </a:rPr>
              <a:t>Choose "Fill" in the Format Shape box then "Solid" or "Gradient" depending on the appearance of the object. Click on a new color.</a:t>
            </a:r>
            <a:endParaRPr lang="en-us" sz="2000" cap="none">
              <a:solidFill>
                <a:srgbClr val="7F7F7F"/>
              </a:solidFill>
            </a:endParaRPr>
          </a:p>
        </p:txBody>
      </p:sp>
      <p:sp>
        <p:nvSpPr>
          <p:cNvPr id="9" name="TextBox 12"/>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IAYT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8HAADYRQAAjQ0AABAgAAAmAAAACAAAAP//////////"/>
              </a:ext>
            </a:extLst>
          </p:cNvSpPr>
          <p:nvPr/>
        </p:nvSpPr>
        <p:spPr>
          <a:xfrm>
            <a:off x="838200" y="1279525"/>
            <a:ext cx="10515600" cy="923290"/>
          </a:xfrm>
          <a:prstGeom prst="rect">
            <a:avLst/>
          </a:prstGeom>
          <a:noFill/>
          <a:ln>
            <a:noFill/>
          </a:ln>
          <a:effectLst/>
        </p:spPr>
        <p:txBody>
          <a:bodyPr vert="horz" wrap="square" lIns="91440" tIns="45720" rIns="91440" bIns="45720" numCol="1" spcCol="215900" anchor="t"/>
          <a:lstStyle/>
          <a:p>
            <a:pPr marL="0" indent="0">
              <a:buNone/>
              <a:defRPr lang="en-us"/>
            </a:pPr>
            <a:r>
              <a:rPr lang="en-us" cap="none">
                <a:solidFill>
                  <a:srgbClr val="7F7F7F"/>
                </a:solidFill>
              </a:rPr>
              <a:t>The presentation template has been made in PowerPoint itself, and you can edit the color of any component in this graphics. To change the color, just right click the object to highlight it, and then follow the instructions. In case on any questions please visit our </a:t>
            </a:r>
            <a:r>
              <a:rPr lang="en-us" cap="none">
                <a:solidFill>
                  <a:srgbClr val="0070C0"/>
                </a:solidFill>
                <a:hlinkClick r:id="rId5"/>
              </a:rPr>
              <a:t>Help Center</a:t>
            </a:r>
            <a:r>
              <a:rPr lang="en-us" cap="none">
                <a:solidFill>
                  <a:srgbClr val="7F7F7F"/>
                </a:solidFill>
              </a:rPr>
              <a:t>.</a:t>
            </a:r>
            <a:endParaRPr lang="en-us" cap="none">
              <a:solidFill>
                <a:srgbClr val="7F7F7F"/>
              </a:solidFill>
            </a:endParaRPr>
          </a:p>
        </p:txBody>
      </p:sp>
      <p:sp>
        <p:nvSpPr>
          <p:cNvPr id="10" name="TextBox 14"/>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odW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cAAAATRQAAkwUAABAgAAAmAAAACAAAAP//////////"/>
              </a:ext>
            </a:extLst>
          </p:cNvSpPr>
          <p:nvPr/>
        </p:nvSpPr>
        <p:spPr>
          <a:xfrm>
            <a:off x="838200" y="136525"/>
            <a:ext cx="10390505" cy="769620"/>
          </a:xfrm>
          <a:prstGeom prst="rect">
            <a:avLst/>
          </a:prstGeom>
          <a:noFill/>
          <a:ln>
            <a:noFill/>
          </a:ln>
          <a:effectLst/>
        </p:spPr>
        <p:txBody>
          <a:bodyPr vert="horz" wrap="square" lIns="91440" tIns="45720" rIns="91440" bIns="45720" numCol="1" spcCol="215900" anchor="t"/>
          <a:lstStyle/>
          <a:p>
            <a:pPr>
              <a:defRPr lang="en-us"/>
            </a:pPr>
            <a:r>
              <a:rPr lang="en-us" sz="4400" cap="none">
                <a:solidFill>
                  <a:srgbClr val="7F7F7F"/>
                </a:solidFill>
                <a:latin typeface="Calibri Light (Headings)" pitchFamily="0" charset="0"/>
                <a:ea typeface="Calibri" pitchFamily="2" charset="0"/>
                <a:cs typeface="Calibri" pitchFamily="2" charset="0"/>
              </a:rPr>
              <a:t>Change Shapes Colors</a:t>
            </a:r>
            <a:endParaRPr lang="en-us" sz="4400" cap="none">
              <a:solidFill>
                <a:srgbClr val="7F7F7F"/>
              </a:solidFill>
              <a:latin typeface="Calibri Light (Headings)" pitchFamily="0" charset="0"/>
              <a:ea typeface="Calibri" pitchFamily="2" charset="0"/>
              <a:cs typeface="Calibri" pitchFamily="2" charset="0"/>
            </a:endParaRPr>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Edit Shapes">
    <p:spTree>
      <p:nvGrpSpPr>
        <p:cNvPr id="1" name=""/>
        <p:cNvGrpSpPr/>
        <p:nvPr/>
      </p:nvGrpSpPr>
      <p:grpSpPr>
        <a:xfrm>
          <a:off x="0" y="0"/>
          <a:ext cx="0" cy="0"/>
          <a:chOff x="0" y="0"/>
          <a:chExt cx="0" cy="0"/>
        </a:xfrm>
      </p:grpSpPr>
      <p:sp>
        <p:nvSpPr>
          <p:cNvPr id="2" name="Date Placeholder 2"/>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8BDF097-D9F5-E806-BB05-2F53BE4B4D7A}" type="datetime1">
              <a:t/>
            </a:fld>
          </a:p>
        </p:txBody>
      </p:sp>
      <p:sp>
        <p:nvSpPr>
          <p:cNvPr id="3" name="Footer Placeholder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4" name="Slide Number Placeholder 4"/>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8BDB708-46F5-E841-BB05-B014F94B4DE5}" type="slidenum">
              <a:t/>
            </a:fld>
          </a:p>
        </p:txBody>
      </p:sp>
      <p:pic>
        <p:nvPicPr>
          <p:cNvPr id="5" name="Picture 6"/>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geG1s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Ng5AACREQAAOEkAAJAhAAAQAAAAJgAAAAgAAAD//////////w=="/>
              </a:ext>
            </a:extLst>
          </p:cNvPicPr>
          <p:nvPr/>
        </p:nvPicPr>
        <p:blipFill>
          <a:blip r:embed="rId2"/>
          <a:stretch>
            <a:fillRect/>
          </a:stretch>
        </p:blipFill>
        <p:spPr>
          <a:xfrm>
            <a:off x="9403080" y="2855595"/>
            <a:ext cx="2499360" cy="2600325"/>
          </a:xfrm>
          <a:prstGeom prst="rect">
            <a:avLst/>
          </a:prstGeom>
          <a:noFill/>
          <a:ln>
            <a:noFill/>
          </a:ln>
          <a:effectLst/>
        </p:spPr>
      </p:pic>
      <p:pic>
        <p:nvPicPr>
          <p:cNvPr id="6" name="Picture 7" descr="A close up of a sign&#10;&#10;Description automatically generated"/>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LEbAAA2EQAAESsAADUhAAAQAAAAJgAAAAgAAAD//////////w=="/>
              </a:ext>
            </a:extLst>
          </p:cNvPicPr>
          <p:nvPr/>
        </p:nvPicPr>
        <p:blipFill>
          <a:blip r:embed="rId3"/>
          <a:stretch>
            <a:fillRect/>
          </a:stretch>
        </p:blipFill>
        <p:spPr>
          <a:xfrm>
            <a:off x="4501515" y="2797810"/>
            <a:ext cx="2499360" cy="2600325"/>
          </a:xfrm>
          <a:prstGeom prst="rect">
            <a:avLst/>
          </a:prstGeom>
          <a:noFill/>
          <a:ln>
            <a:noFill/>
          </a:ln>
          <a:effectLst/>
        </p:spPr>
      </p:pic>
      <p:pic>
        <p:nvPicPr>
          <p:cNvPr id="7" name="Picture 8" descr="A screenshot of a cell phone&#10;&#10;Description automatically generated"/>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HgqAADXCwAA2DkAAOokAAAQAAAAJgAAAAgAAAD//////////w=="/>
              </a:ext>
            </a:extLst>
          </p:cNvPicPr>
          <p:nvPr/>
        </p:nvPicPr>
        <p:blipFill>
          <a:blip r:embed="rId4"/>
          <a:stretch>
            <a:fillRect/>
          </a:stretch>
        </p:blipFill>
        <p:spPr>
          <a:xfrm>
            <a:off x="6903720" y="1924685"/>
            <a:ext cx="2499360" cy="4076065"/>
          </a:xfrm>
          <a:prstGeom prst="rect">
            <a:avLst/>
          </a:prstGeom>
          <a:noFill/>
          <a:ln>
            <a:noFill/>
          </a:ln>
          <a:effectLst/>
        </p:spPr>
      </p:pic>
      <p:sp>
        <p:nvSpPr>
          <p:cNvPr id="8" name="Content Placeholder 2"/>
          <p:cNvSpPr>
            <a:extLst>
              <a:ext uri="smNativeData">
                <pr:smNativeData xmlns:pr="smNativeData" xmlns="smNativeData" val="SMDATA_15_4tk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5+bmA8zMzADAwP8Af39/AAAAAAAAAAAAAAAAAAAAAAAAAAAAIQAAABgAAAAUAAAAKAUAAJoPAADWGgAANSYAABAAAAAmAAAACAAAAP//////////"/>
              </a:ext>
            </a:extLst>
          </p:cNvSpPr>
          <p:nvPr/>
        </p:nvSpPr>
        <p:spPr>
          <a:xfrm>
            <a:off x="838200" y="2536190"/>
            <a:ext cx="3524250" cy="3674745"/>
          </a:xfrm>
          <a:prstGeom prst="rect">
            <a:avLst/>
          </a:prstGeom>
          <a:noFill/>
          <a:ln>
            <a:noFill/>
          </a:ln>
          <a:effectLst/>
        </p:spPr>
        <p:txBody>
          <a:bodyPr vert="horz" wrap="square" lIns="91440" tIns="45720" rIns="91440" bIns="45720" numCol="1" spcCol="215900" anchor="t"/>
          <a:lstStyle>
            <a:lvl1pPr marL="228600" indent="-228600" algn="l" defTabSz="914400">
              <a:lnSpc>
                <a:spcPct val="90000"/>
              </a:lnSpc>
              <a:spcBef>
                <a:spcPts val="1000"/>
              </a:spcBef>
              <a:buFont typeface="Arial" pitchFamily="2" charset="0"/>
              <a:buChar char="•"/>
              <a:tabLst/>
              <a:defRPr lang="en-us" sz="2800" kern="1" cap="none">
                <a:solidFill>
                  <a:schemeClr val="tx1"/>
                </a:solidFill>
                <a:latin typeface="Calibri" pitchFamily="2" charset="0"/>
                <a:ea typeface="Calibri" pitchFamily="2" charset="0"/>
                <a:cs typeface="Calibri" pitchFamily="2" charset="0"/>
              </a:defRPr>
            </a:lvl1pPr>
            <a:lvl2pPr marL="685800" indent="-228600" algn="l" defTabSz="914400">
              <a:lnSpc>
                <a:spcPct val="90000"/>
              </a:lnSpc>
              <a:spcBef>
                <a:spcPts val="500"/>
              </a:spcBef>
              <a:buFont typeface="Arial" pitchFamily="2" charset="0"/>
              <a:buChar char="•"/>
              <a:tabLst/>
              <a:defRPr lang="en-us" sz="2400" kern="1" cap="none">
                <a:solidFill>
                  <a:schemeClr val="tx1"/>
                </a:solidFill>
                <a:latin typeface="Calibri" pitchFamily="2" charset="0"/>
                <a:ea typeface="Calibri" pitchFamily="2" charset="0"/>
                <a:cs typeface="Calibri" pitchFamily="2" charset="0"/>
              </a:defRPr>
            </a:lvl2pPr>
            <a:lvl3pPr marL="1143000" indent="-228600" algn="l" defTabSz="914400">
              <a:lnSpc>
                <a:spcPct val="90000"/>
              </a:lnSpc>
              <a:spcBef>
                <a:spcPts val="500"/>
              </a:spcBef>
              <a:buFont typeface="Arial" pitchFamily="2" charset="0"/>
              <a:buChar char="•"/>
              <a:tabLst/>
              <a:defRPr lang="en-us" sz="2000" kern="1" cap="none">
                <a:solidFill>
                  <a:schemeClr val="tx1"/>
                </a:solidFill>
                <a:latin typeface="Calibri" pitchFamily="2" charset="0"/>
                <a:ea typeface="Calibri" pitchFamily="2" charset="0"/>
                <a:cs typeface="Calibri" pitchFamily="2" charset="0"/>
              </a:defRPr>
            </a:lvl3pPr>
            <a:lvl4pPr marL="1600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4pPr>
            <a:lvl5pPr marL="20574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5pPr>
            <a:lvl6pPr marL="25146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6pPr>
            <a:lvl7pPr marL="29718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7pPr>
            <a:lvl8pPr marL="34290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8pPr>
            <a:lvl9pPr marL="3886200" indent="-228600" algn="l" defTabSz="914400">
              <a:lnSpc>
                <a:spcPct val="90000"/>
              </a:lnSpc>
              <a:spcBef>
                <a:spcPts val="500"/>
              </a:spcBef>
              <a:buFont typeface="Arial" pitchFamily="2" charset="0"/>
              <a:buChar char="•"/>
              <a:tabLst/>
              <a:defRPr lang="en-us" sz="1800" kern="1" cap="none">
                <a:solidFill>
                  <a:schemeClr val="tx1"/>
                </a:solidFill>
                <a:latin typeface="Calibri" pitchFamily="2" charset="0"/>
                <a:ea typeface="Calibri" pitchFamily="2" charset="0"/>
                <a:cs typeface="Calibri" pitchFamily="2" charset="0"/>
              </a:defRPr>
            </a:lvl9pPr>
          </a:lstStyle>
          <a:p>
            <a:pPr marL="457200" indent="-457200">
              <a:buFontTx/>
              <a:buAutoNum type="arabicPlain"/>
              <a:defRPr lang="en-us"/>
            </a:pPr>
            <a:r>
              <a:rPr lang="en-us" sz="2000" cap="none">
                <a:solidFill>
                  <a:srgbClr val="7F7F7F"/>
                </a:solidFill>
              </a:rPr>
              <a:t>Right click on the object you want to modify.</a:t>
            </a:r>
            <a:endParaRPr lang="en-us" sz="2000" cap="none">
              <a:solidFill>
                <a:srgbClr val="7F7F7F"/>
              </a:solidFill>
            </a:endParaRPr>
          </a:p>
          <a:p>
            <a:pPr marL="457200" indent="-457200">
              <a:buFontTx/>
              <a:buAutoNum type="arabicPlain"/>
              <a:defRPr lang="en-us"/>
            </a:pPr>
            <a:r>
              <a:rPr lang="en-us" sz="2000" cap="none">
                <a:solidFill>
                  <a:srgbClr val="7F7F7F"/>
                </a:solidFill>
              </a:rPr>
              <a:t>Choose Group -&gt; Ungroup in drop down menu.</a:t>
            </a:r>
            <a:endParaRPr lang="en-us" sz="2000" cap="none">
              <a:solidFill>
                <a:srgbClr val="7F7F7F"/>
              </a:solidFill>
            </a:endParaRPr>
          </a:p>
          <a:p>
            <a:pPr marL="457200" indent="-457200">
              <a:buFontTx/>
              <a:buAutoNum type="arabicPlain"/>
              <a:defRPr lang="en-us"/>
            </a:pPr>
            <a:r>
              <a:rPr lang="en-us" sz="2000" cap="none">
                <a:solidFill>
                  <a:srgbClr val="7F7F7F"/>
                </a:solidFill>
              </a:rPr>
              <a:t>Click on any objects and shapes to start working with it.</a:t>
            </a:r>
            <a:endParaRPr lang="en-us" sz="2000" cap="none">
              <a:solidFill>
                <a:srgbClr val="7F7F7F"/>
              </a:solidFill>
            </a:endParaRPr>
          </a:p>
          <a:p>
            <a:pPr marL="457200" indent="-457200">
              <a:buFontTx/>
              <a:buAutoNum type="arabicPlain"/>
              <a:defRPr lang="en-us"/>
            </a:pPr>
            <a:r>
              <a:rPr lang="en-us" sz="2000" cap="none">
                <a:solidFill>
                  <a:srgbClr val="7F7F7F"/>
                </a:solidFill>
              </a:rPr>
              <a:t>When you finish, select all objects you want to group and choose Group -&gt; Group in the menu.</a:t>
            </a:r>
            <a:endParaRPr lang="en-us" sz="2000" cap="none">
              <a:solidFill>
                <a:srgbClr val="7F7F7F"/>
              </a:solidFill>
            </a:endParaRPr>
          </a:p>
        </p:txBody>
      </p:sp>
      <p:sp>
        <p:nvSpPr>
          <p:cNvPr id="9" name="TextBox 12"/>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BwIAADYRQAAFgwAABAgAAAmAAAACAAAAP//////////"/>
              </a:ext>
            </a:extLst>
          </p:cNvSpPr>
          <p:nvPr/>
        </p:nvSpPr>
        <p:spPr>
          <a:xfrm>
            <a:off x="838200" y="1318260"/>
            <a:ext cx="10515600" cy="646430"/>
          </a:xfrm>
          <a:prstGeom prst="rect">
            <a:avLst/>
          </a:prstGeom>
          <a:noFill/>
          <a:ln>
            <a:noFill/>
          </a:ln>
          <a:effectLst/>
        </p:spPr>
        <p:txBody>
          <a:bodyPr vert="horz" wrap="square" lIns="91440" tIns="45720" rIns="91440" bIns="45720" numCol="1" spcCol="215900" anchor="t"/>
          <a:lstStyle/>
          <a:p>
            <a:pPr marL="0" indent="0">
              <a:buNone/>
              <a:defRPr lang="en-us"/>
            </a:pPr>
            <a:r>
              <a:rPr lang="en-us" cap="none">
                <a:solidFill>
                  <a:srgbClr val="7F7F7F"/>
                </a:solidFill>
              </a:rPr>
              <a:t>You may edit the shapes in your own: remove, resize, rotate, and copy to a new slide. In case on any questions please visit our </a:t>
            </a:r>
            <a:r>
              <a:rPr lang="en-us" cap="none">
                <a:solidFill>
                  <a:srgbClr val="0070C0"/>
                </a:solidFill>
                <a:hlinkClick r:id="rId5"/>
              </a:rPr>
              <a:t>Help Center</a:t>
            </a:r>
            <a:r>
              <a:rPr lang="en-us" cap="none">
                <a:solidFill>
                  <a:srgbClr val="7F7F7F"/>
                </a:solidFill>
              </a:rPr>
              <a:t>.</a:t>
            </a:r>
            <a:endParaRPr lang="en-us" cap="none">
              <a:solidFill>
                <a:srgbClr val="7F7F7F"/>
              </a:solidFill>
            </a:endParaRPr>
          </a:p>
        </p:txBody>
      </p:sp>
      <p:sp>
        <p:nvSpPr>
          <p:cNvPr id="10" name="TextBox 13"/>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cAAAATRQAAkwUAABAgAAAmAAAACAAAAP//////////"/>
              </a:ext>
            </a:extLst>
          </p:cNvSpPr>
          <p:nvPr/>
        </p:nvSpPr>
        <p:spPr>
          <a:xfrm>
            <a:off x="838200" y="136525"/>
            <a:ext cx="10390505" cy="769620"/>
          </a:xfrm>
          <a:prstGeom prst="rect">
            <a:avLst/>
          </a:prstGeom>
          <a:noFill/>
          <a:ln>
            <a:noFill/>
          </a:ln>
          <a:effectLst/>
        </p:spPr>
        <p:txBody>
          <a:bodyPr vert="horz" wrap="square" lIns="91440" tIns="45720" rIns="91440" bIns="45720" numCol="1" spcCol="215900" anchor="t"/>
          <a:lstStyle/>
          <a:p>
            <a:pPr>
              <a:defRPr lang="en-us"/>
            </a:pPr>
            <a:r>
              <a:rPr lang="en-us" sz="4400" cap="none">
                <a:solidFill>
                  <a:srgbClr val="7F7F7F"/>
                </a:solidFill>
                <a:latin typeface="Calibri Light (Headings)" pitchFamily="0" charset="0"/>
                <a:ea typeface="Calibri" pitchFamily="2" charset="0"/>
                <a:cs typeface="Calibri" pitchFamily="2" charset="0"/>
              </a:rPr>
              <a:t>Edit Shapes</a:t>
            </a:r>
            <a:endParaRPr lang="en-us" sz="4400" cap="none">
              <a:solidFill>
                <a:srgbClr val="7F7F7F"/>
              </a:solidFill>
              <a:latin typeface="Calibri Light (Headings)" pitchFamily="0" charset="0"/>
              <a:ea typeface="Calibri" pitchFamily="2" charset="0"/>
              <a:cs typeface="Calibri" pitchFamily="2" charset="0"/>
            </a:endParaRPr>
          </a:p>
        </p:txBody>
      </p:sp>
    </p:spTree>
  </p:cSld>
  <p:clrMapOvr>
    <a:masterClrMapping/>
  </p:clrMapOvr>
  <p:hf hdr="0" ftr="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Attribution">
    <p:spTree>
      <p:nvGrpSpPr>
        <p:cNvPr id="1" name=""/>
        <p:cNvGrpSpPr/>
        <p:nvPr/>
      </p:nvGrpSpPr>
      <p:grpSpPr>
        <a:xfrm>
          <a:off x="0" y="0"/>
          <a:ext cx="0" cy="0"/>
          <a:chOff x="0" y="0"/>
          <a:chExt cx="0" cy="0"/>
        </a:xfrm>
      </p:grpSpPr>
      <p:sp>
        <p:nvSpPr>
          <p:cNvPr id="2" name="Date Placeholder 2"/>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18BDC9B6-F8F5-E83F-BB05-0E6A874B4D5B}" type="datetime1">
              <a:t/>
            </a:fld>
          </a:p>
        </p:txBody>
      </p:sp>
      <p:sp>
        <p:nvSpPr>
          <p:cNvPr id="3" name="Footer Placeholder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
        <p:nvSpPr>
          <p:cNvPr id="4" name="Slide Number Placeholder 4"/>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18BDDDD5-9BF5-E82B-BB05-6D7E934B4D38}" type="slidenum">
              <a:t/>
            </a:fld>
          </a:p>
        </p:txBody>
      </p:sp>
      <p:sp>
        <p:nvSpPr>
          <p:cNvPr id="5" name="TextBox 14"/>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AUKAADYRQAAKyAAABAgAAAmAAAACAAAAP//////////"/>
              </a:ext>
            </a:extLst>
          </p:cNvSpPr>
          <p:nvPr/>
        </p:nvSpPr>
        <p:spPr>
          <a:xfrm>
            <a:off x="838200" y="1628775"/>
            <a:ext cx="10515600" cy="3600450"/>
          </a:xfrm>
          <a:prstGeom prst="rect">
            <a:avLst/>
          </a:prstGeom>
          <a:noFill/>
          <a:ln>
            <a:noFill/>
          </a:ln>
          <a:effectLst/>
        </p:spPr>
        <p:txBody>
          <a:bodyPr vert="horz" wrap="square" lIns="91440" tIns="45720" rIns="91440" bIns="45720" numCol="1" spcCol="215900" anchor="t"/>
          <a:lstStyle/>
          <a:p>
            <a:pPr marL="285750" indent="-285750">
              <a:buFont typeface="Arial" pitchFamily="2" charset="0"/>
              <a:buChar char="•"/>
              <a:defRPr lang="en-us"/>
            </a:pPr>
            <a:r>
              <a:rPr lang="en-us" cap="none">
                <a:solidFill>
                  <a:srgbClr val="7F7F7F"/>
                </a:solidFill>
              </a:rPr>
              <a:t>Creating content takes a lot of time and effort, but all we need from you is only an attribution link. </a:t>
            </a:r>
            <a:endParaRPr lang="en-us" cap="none">
              <a:solidFill>
                <a:srgbClr val="7F7F7F"/>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cap="none">
                <a:solidFill>
                  <a:srgbClr val="7F7F7F"/>
                </a:solidFill>
              </a:rPr>
              <a:t>In order to use the content or a part of it, you must attribute it to PoweredTemplate.com, so we will be able to continue creating new free graphic resources every day.</a:t>
            </a:r>
            <a:endParaRPr lang="en-us" cap="none">
              <a:solidFill>
                <a:srgbClr val="7F7F7F"/>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cap="none">
                <a:solidFill>
                  <a:srgbClr val="7F7F7F"/>
                </a:solidFill>
              </a:rPr>
              <a:t>Insert the attribution line in the credits section of your presentation. If it’s not possible, place it wherever it's visible on a web page, close to where you’re using the resource. </a:t>
            </a:r>
            <a:endParaRPr lang="en-us" cap="none">
              <a:solidFill>
                <a:srgbClr val="7F7F7F"/>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b="1" cap="none">
                <a:solidFill>
                  <a:srgbClr val="7F7F7F"/>
                </a:solidFill>
              </a:rPr>
              <a:t>For example: </a:t>
            </a:r>
            <a:r>
              <a:rPr lang="en-us" cap="none">
                <a:solidFill>
                  <a:srgbClr val="7F7F7F"/>
                </a:solidFill>
              </a:rPr>
              <a:t>This presentation has been designed using resources from </a:t>
            </a:r>
            <a:r>
              <a:rPr lang="en-us" u="sng" cap="none">
                <a:solidFill>
                  <a:srgbClr val="0070C0"/>
                </a:solidFill>
                <a:hlinkClick r:id="rId2"/>
              </a:rPr>
              <a:t>PoweredTemplate.com</a:t>
            </a:r>
            <a:endParaRPr lang="en-us" u="sng" cap="none">
              <a:solidFill>
                <a:srgbClr val="0070C0"/>
              </a:solidFill>
            </a:endParaRPr>
          </a:p>
          <a:p>
            <a:pPr marL="285750" indent="-285750">
              <a:buFont typeface="Arial" pitchFamily="2" charset="0"/>
              <a:buChar char="•"/>
              <a:defRPr lang="en-us"/>
            </a:pPr>
            <a:endParaRPr lang="en-us" cap="none">
              <a:solidFill>
                <a:srgbClr val="7F7F7F"/>
              </a:solidFill>
            </a:endParaRPr>
          </a:p>
          <a:p>
            <a:pPr marL="285750" indent="-285750">
              <a:buFont typeface="Arial" pitchFamily="2" charset="0"/>
              <a:buChar char="•"/>
              <a:defRPr lang="en-us"/>
            </a:pPr>
            <a:r>
              <a:rPr lang="en-us" b="1" cap="none">
                <a:solidFill>
                  <a:srgbClr val="7F7F7F"/>
                </a:solidFill>
              </a:rPr>
              <a:t>Don’t want to credit the author?</a:t>
            </a:r>
            <a:r>
              <a:rPr lang="en-us" cap="none">
                <a:solidFill>
                  <a:srgbClr val="7F7F7F"/>
                </a:solidFill>
              </a:rPr>
              <a:t> </a:t>
            </a:r>
            <a:r>
              <a:rPr lang="en-us" cap="none">
                <a:solidFill>
                  <a:srgbClr val="0070C0"/>
                </a:solidFill>
                <a:hlinkClick r:id="rId3"/>
              </a:rPr>
              <a:t>Go Premium </a:t>
            </a:r>
            <a:r>
              <a:rPr lang="en-us" cap="none">
                <a:solidFill>
                  <a:srgbClr val="7F7F7F"/>
                </a:solidFill>
              </a:rPr>
              <a:t>and use over 75,000 templates with no attribution!</a:t>
            </a:r>
            <a:endParaRPr lang="en-us" cap="none">
              <a:solidFill>
                <a:srgbClr val="7F7F7F"/>
              </a:solidFill>
            </a:endParaRPr>
          </a:p>
          <a:p>
            <a:pPr marL="0" indent="0">
              <a:buNone/>
              <a:defRPr lang="en-us"/>
            </a:pPr>
            <a:endParaRPr lang="en-us" b="1" cap="none">
              <a:solidFill>
                <a:srgbClr val="7F7F7F"/>
              </a:solidFill>
            </a:endParaRPr>
          </a:p>
          <a:p>
            <a:pPr marL="0" indent="0">
              <a:buNone/>
              <a:defRPr lang="en-us"/>
            </a:pPr>
            <a:r>
              <a:rPr lang="en-us" sz="1200" cap="none">
                <a:solidFill>
                  <a:srgbClr val="7F7F7F"/>
                </a:solidFill>
              </a:rPr>
              <a:t>* This only applies if you downloaded this content as an unsubscribed (free) user.</a:t>
            </a:r>
            <a:endParaRPr lang="en-us" sz="1200" cap="none">
              <a:solidFill>
                <a:srgbClr val="7F7F7F"/>
              </a:solidFill>
            </a:endParaRPr>
          </a:p>
        </p:txBody>
      </p:sp>
      <p:sp>
        <p:nvSpPr>
          <p:cNvPr id="6" name="TextBox 15"/>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UAANcAAAATRQAAkwUAABAgAAAmAAAACAAAAP//////////"/>
              </a:ext>
            </a:extLst>
          </p:cNvSpPr>
          <p:nvPr/>
        </p:nvSpPr>
        <p:spPr>
          <a:xfrm>
            <a:off x="838200" y="136525"/>
            <a:ext cx="10390505" cy="769620"/>
          </a:xfrm>
          <a:prstGeom prst="rect">
            <a:avLst/>
          </a:prstGeom>
          <a:noFill/>
          <a:ln>
            <a:noFill/>
          </a:ln>
          <a:effectLst/>
        </p:spPr>
        <p:txBody>
          <a:bodyPr vert="horz" wrap="square" lIns="91440" tIns="45720" rIns="91440" bIns="45720" numCol="1" spcCol="215900" anchor="t"/>
          <a:lstStyle/>
          <a:p>
            <a:pPr>
              <a:defRPr lang="en-us"/>
            </a:pPr>
            <a:r>
              <a:rPr lang="en-us" sz="4400" cap="none">
                <a:solidFill>
                  <a:srgbClr val="7F7F7F"/>
                </a:solidFill>
                <a:latin typeface="Calibri Light (Headings)" pitchFamily="0" charset="0"/>
                <a:ea typeface="Calibri" pitchFamily="2" charset="0"/>
                <a:cs typeface="Calibri" pitchFamily="2" charset="0"/>
              </a:rPr>
              <a:t>Remember, you must attribute!*</a:t>
            </a:r>
            <a:endParaRPr lang="en-us" sz="4400" cap="none">
              <a:solidFill>
                <a:srgbClr val="7F7F7F"/>
              </a:solidFill>
              <a:latin typeface="Calibri Light (Headings)" pitchFamily="0" charset="0"/>
              <a:ea typeface="Calibri" pitchFamily="2" charset="0"/>
              <a:cs typeface="Calibri" pitchFamily="2" charset="0"/>
            </a:endParaRPr>
          </a:p>
        </p:txBody>
      </p:sp>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NcAAADYRQAAkAUAABAAAAAmAAAACAAAAL8vAAAAAAAA"/>
              </a:ext>
            </a:extLst>
          </p:cNvSpPr>
          <p:nvPr>
            <p:ph type="title"/>
          </p:nvPr>
        </p:nvSpPr>
        <p:spPr>
          <a:xfrm>
            <a:off x="838200" y="136525"/>
            <a:ext cx="10515600" cy="767715"/>
          </a:xfrm>
          <a:prstGeom prst="rect">
            <a:avLst/>
          </a:prstGeom>
        </p:spPr>
        <p:txBody>
          <a:bodyPr vert="horz" wrap="square" lIns="91440" tIns="45720" rIns="91440" bIns="45720" numCol="1" spcCol="215900" anchor="ctr">
            <a:prstTxWarp prst="textNoShape">
              <a:avLst/>
            </a:prstTxWarp>
          </a:bodyPr>
          <a:lstStyle/>
          <a:p>
            <a:pPr>
              <a:defRPr lang="en-us"/>
            </a:pPr>
            <a:r>
              <a:t>Click to edit Master title style</a:t>
            </a:r>
          </a:p>
        </p:txBody>
      </p:sp>
      <p:sp>
        <p:nvSpPr>
          <p:cNvPr id="3" name="Text Placeholder 2"/>
          <p:cNvSpPr>
            <a:spLocks noGrp="1" noChangeArrowheads="1"/>
            <a:extLst>
              <a:ext uri="smNativeData">
                <pr:smNativeData xmlns:pr="smNativeData" xmlns="smNativeData" val="SMDATA_15_4tkn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K0GAADYRQAAACYAABAAAAAmAAAACAAAAD8vAAAAAAAA"/>
              </a:ext>
            </a:extLst>
          </p:cNvSpPr>
          <p:nvPr>
            <p:ph type="body" idx="1"/>
          </p:nvPr>
        </p:nvSpPr>
        <p:spPr>
          <a:xfrm>
            <a:off x="838200" y="1085215"/>
            <a:ext cx="10515600" cy="5092065"/>
          </a:xfrm>
          <a:prstGeom prst="rect">
            <a:avLst/>
          </a:prstGeom>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L+PAAAAAAAA"/>
              </a:ext>
            </a:extLst>
          </p:cNvSpPr>
          <p:nvPr>
            <p:ph type="dt" sz="half" idx="2"/>
          </p:nvPr>
        </p:nvSpPr>
        <p:spPr>
          <a:xfrm>
            <a:off x="838200" y="6356350"/>
            <a:ext cx="2743200" cy="365125"/>
          </a:xfrm>
          <a:prstGeom prst="rect">
            <a:avLst/>
          </a:prstGeom>
        </p:spPr>
        <p:txBody>
          <a:bodyPr vert="horz" wrap="square" lIns="91440" tIns="45720" rIns="91440" bIns="45720" numCol="1" spcCol="215900" anchor="ctr">
            <a:prstTxWarp prst="textNoShape">
              <a:avLst/>
            </a:prstTxWarp>
          </a:bodyPr>
          <a:lstStyle>
            <a:lvl1pPr algn="l">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8BDBC2C-62F5-E84A-BB05-941FF24B4DC1}" type="datetime1">
              <a:t/>
            </a:fld>
          </a:p>
        </p:txBody>
      </p:sp>
      <p:sp>
        <p:nvSpPr>
          <p:cNvPr id="5" name="Footer Placeholder 4"/>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L+PAAAAAAAA"/>
              </a:ext>
            </a:extLst>
          </p:cNvSpPr>
          <p:nvPr>
            <p:ph type="ftr" sz="quarter" idx="3"/>
          </p:nvPr>
        </p:nvSpPr>
        <p:spPr>
          <a:xfrm>
            <a:off x="4038600" y="6356350"/>
            <a:ext cx="4114800" cy="365125"/>
          </a:xfrm>
          <a:prstGeom prst="rect">
            <a:avLst/>
          </a:prstGeom>
        </p:spPr>
        <p:txBody>
          <a:bodyPr vert="horz" wrap="square" lIns="91440" tIns="45720" rIns="91440" bIns="45720" numCol="1" spcCol="215900" anchor="ctr">
            <a:prstTxWarp prst="textNoShape">
              <a:avLst/>
            </a:prstTxWarp>
          </a:bodyPr>
          <a:lstStyle>
            <a:lvl1pPr algn="ctr">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Designed by PoweredTemplate</a:t>
            </a:r>
          </a:p>
        </p:txBody>
      </p:sp>
      <p:sp>
        <p:nvSpPr>
          <p:cNvPr id="6" name="Slide Number Placeholder 5"/>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L+PAAAAAAAA"/>
              </a:ext>
            </a:extLst>
          </p:cNvSpPr>
          <p:nvPr>
            <p:ph type="sldNum" sz="quarter" idx="4"/>
          </p:nvPr>
        </p:nvSpPr>
        <p:spPr>
          <a:xfrm>
            <a:off x="8610600" y="6356350"/>
            <a:ext cx="2743200" cy="365125"/>
          </a:xfrm>
          <a:prstGeom prst="rect">
            <a:avLst/>
          </a:prstGeom>
        </p:spPr>
        <p:txBody>
          <a:bodyPr vert="horz" wrap="square" lIns="91440" tIns="45720" rIns="91440" bIns="45720" numCol="1" spcCol="215900" anchor="ctr">
            <a:prstTxWarp prst="textNoShape">
              <a:avLst/>
            </a:prstTxWarp>
          </a:bodyPr>
          <a:lstStyle>
            <a:lvl1pPr algn="r">
              <a:defRPr lang="en-us" sz="1200" cap="none">
                <a:solidFill>
                  <a:srgbClr val="8C8C8C"/>
                </a:solidFill>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8BDD76A-24F5-E821-BB05-D274994B4D87}" type="slidenum">
              <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64" r:id="rId6"/>
    <p:sldLayoutId id="2147483663" r:id="rId7"/>
  </p:sldLayoutIdLst>
  <p:hf sldNum="0" hdr="0" dt="0"/>
  <p:txStyles>
    <p:titleStyle>
      <a:lvl1pPr marL="0" marR="0" indent="0" algn="ctr" defTabSz="914400">
        <a:lnSpc>
          <a:spcPct val="90000"/>
        </a:lnSpc>
        <a:spcBef>
          <a:spcPts val="0"/>
        </a:spcBef>
        <a:spcAft>
          <a:spcPts val="0"/>
        </a:spcAft>
        <a:buNone/>
        <a:tabLst/>
        <a:defRPr lang="en-us" sz="4400" b="0" i="0" u="none" strike="noStrike" kern="1" cap="none" spc="0" baseline="0">
          <a:solidFill>
            <a:srgbClr val="7F7F7F"/>
          </a:solidFill>
          <a:effectLst/>
          <a:latin typeface="Calibri Light" pitchFamily="2" charset="0"/>
          <a:ea typeface="Calibri Light" pitchFamily="2" charset="0"/>
          <a:cs typeface="Calibri Light"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228600" marR="0" indent="-228600" algn="l" defTabSz="914400">
        <a:lnSpc>
          <a:spcPct val="90000"/>
        </a:lnSpc>
        <a:spcBef>
          <a:spcPts val="1000"/>
        </a:spcBef>
        <a:spcAft>
          <a:spcPts val="0"/>
        </a:spcAft>
        <a:buClrTx/>
        <a:buSzTx/>
        <a:buFont typeface="Arial" pitchFamily="2" charset="0"/>
        <a:buChar char="•"/>
        <a:tabLst/>
        <a:defRPr lang="en-us" sz="2800" b="0" i="0" u="none" strike="noStrike" kern="1" cap="none" spc="0" baseline="0">
          <a:solidFill>
            <a:srgbClr val="7F7F7F"/>
          </a:solidFill>
          <a:effectLst/>
          <a:latin typeface="Calibri" pitchFamily="2" charset="0"/>
          <a:ea typeface="Calibri" pitchFamily="2" charset="0"/>
          <a:cs typeface="Calibri" pitchFamily="2" charset="0"/>
        </a:defRPr>
      </a:lvl1pPr>
      <a:lvl2pPr marL="685800" marR="0" indent="-228600" algn="l" defTabSz="914400">
        <a:lnSpc>
          <a:spcPct val="90000"/>
        </a:lnSpc>
        <a:spcBef>
          <a:spcPts val="500"/>
        </a:spcBef>
        <a:spcAft>
          <a:spcPts val="0"/>
        </a:spcAft>
        <a:buClrTx/>
        <a:buSzTx/>
        <a:buFont typeface="Arial" pitchFamily="2" charset="0"/>
        <a:buChar char="•"/>
        <a:tabLst/>
        <a:defRPr lang="en-us" sz="2400" b="0" i="0" u="none" strike="noStrike" kern="1" cap="none" spc="0" baseline="0">
          <a:solidFill>
            <a:srgbClr val="7F7F7F"/>
          </a:solidFill>
          <a:effectLst/>
          <a:latin typeface="Calibri" pitchFamily="2" charset="0"/>
          <a:ea typeface="Calibri" pitchFamily="2" charset="0"/>
          <a:cs typeface="Calibri" pitchFamily="2" charset="0"/>
        </a:defRPr>
      </a:lvl2pPr>
      <a:lvl3pPr marL="1143000" marR="0" indent="-228600" algn="l" defTabSz="914400">
        <a:lnSpc>
          <a:spcPct val="90000"/>
        </a:lnSpc>
        <a:spcBef>
          <a:spcPts val="500"/>
        </a:spcBef>
        <a:spcAft>
          <a:spcPts val="0"/>
        </a:spcAft>
        <a:buClrTx/>
        <a:buSzTx/>
        <a:buFont typeface="Arial" pitchFamily="2" charset="0"/>
        <a:buChar char="•"/>
        <a:tabLst/>
        <a:defRPr lang="en-us" sz="2000" b="0" i="0" u="none" strike="noStrike" kern="1" cap="none" spc="0" baseline="0">
          <a:solidFill>
            <a:srgbClr val="7F7F7F"/>
          </a:solidFill>
          <a:effectLst/>
          <a:latin typeface="Calibri" pitchFamily="2" charset="0"/>
          <a:ea typeface="Calibri" pitchFamily="2" charset="0"/>
          <a:cs typeface="Calibri" pitchFamily="2" charset="0"/>
        </a:defRPr>
      </a:lvl3pPr>
      <a:lvl4pPr marL="1600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rgbClr val="7F7F7F"/>
          </a:solidFill>
          <a:effectLst/>
          <a:latin typeface="Calibri" pitchFamily="2" charset="0"/>
          <a:ea typeface="Calibri" pitchFamily="2" charset="0"/>
          <a:cs typeface="Calibri" pitchFamily="2" charset="0"/>
        </a:defRPr>
      </a:lvl4pPr>
      <a:lvl5pPr marL="20574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rgbClr val="7F7F7F"/>
          </a:solidFill>
          <a:effectLst/>
          <a:latin typeface="Calibri" pitchFamily="2" charset="0"/>
          <a:ea typeface="Calibri" pitchFamily="2" charset="0"/>
          <a:cs typeface="Calibri" pitchFamily="2" charset="0"/>
        </a:defRPr>
      </a:lvl5pPr>
      <a:lvl6pPr marL="25146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9718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4290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886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14.png"/><Relationship Id="rId9" Type="http://schemas.openxmlformats.org/officeDocument/2006/relationships/image" Target="../media/image15.svg"/></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3"/>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NcAAADYRQAAkQUAABAAAAAmAAAACAAAAAAAAAAAAAAA"/>
              </a:ext>
            </a:extLst>
          </p:cNvSpPr>
          <p:nvPr>
            <p:ph type="title"/>
          </p:nvPr>
        </p:nvSpPr>
        <p:spPr/>
        <p:txBody>
          <a:bodyPr/>
          <a:lstStyle/>
          <a:p>
            <a:pPr>
              <a:defRPr lang="en-us"/>
            </a:pPr>
            <a:r>
              <a:t>4-Step Agenda</a:t>
            </a:r>
          </a:p>
        </p:txBody>
      </p:sp>
      <p:sp>
        <p:nvSpPr>
          <p:cNvPr id="3" name="Footer Placeholder 2"/>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grpSp>
        <p:nvGrpSpPr>
          <p:cNvPr id="4" name="Group 4"/>
          <p:cNvGrpSpPr>
            <a:extLst>
              <a:ext uri="smNativeData">
                <pr:smNativeData xmlns:pr="smNativeData" xmlns="smNativeData" val="SMDATA_6_4tknahMAAAAlAAAAAQAAAA8BAAAAkAAAAEgAAACQAAAASAAAAAAAAAAAAAAAAAAAABcAAAAUAAAAAAAAAAAAAAD/fwAA/38AAAAAAAAJAAAABAAAAAAAAAAfAAAAVAAAAAAAAAAAAAAAAAAAAAAAAAAAAAAAAAAAAAAAAAAAAAAAAAAAAAAAAAAAAAAAAAAAAAAAAAAAAAAAAAAAAAAAAAAAAAAAAAAAAAAAAAAAAAAAAAAAACEAAAAYAAAAFAAAAEQGAACzCgAAvEQAAPghAAAQAAAAJgAAAAgAAAD/////AAAAAA=="/>
              </a:ext>
            </a:extLst>
          </p:cNvGrpSpPr>
          <p:nvPr/>
        </p:nvGrpSpPr>
        <p:grpSpPr>
          <a:xfrm>
            <a:off x="1018540" y="1739265"/>
            <a:ext cx="10154920" cy="3782695"/>
            <a:chOff x="1018540" y="1739265"/>
            <a:chExt cx="10154920" cy="3782695"/>
          </a:xfrm>
        </p:grpSpPr>
        <p:grpSp>
          <p:nvGrpSpPr>
            <p:cNvPr id="26" name="Group 5"/>
            <p:cNvGrpSpPr>
              <a:extLst>
                <a:ext uri="smNativeData">
                  <pr:smNativeData xmlns:pr="smNativeData" xmlns="smNativeData" val="SMDATA_6_4tknahMAAAAlAAAAAQAAAA8BAAAAkAAAAEgAAACQAAAASAAAAAAAAAAAAAAAAAAAABcAAAAUAAAAAAAAAAAAAAD/fwAA/38AAAAAAAAJAAAABAAAAKMBAAAfAAAAVAAAAAAAAAAAAAAAAAAAAAAAAAAAAAAAAAAAAAAAAAAAAAAAAAAAAAAAAAAAAAAAAAAAAAAAAAAAAAAAAAAAAAAAAAAAAAAAAAAAAAAAAAAAAAAAAAAAACEAAAAYAAAAFAAAAEQGAACzCgAAexQAAPghAAAAAAAAJgAAAAgAAAD/////AAAAAA=="/>
                </a:ext>
              </a:extLst>
            </p:cNvGrpSpPr>
            <p:nvPr/>
          </p:nvGrpSpPr>
          <p:grpSpPr>
            <a:xfrm>
              <a:off x="1018540" y="1739265"/>
              <a:ext cx="2310765" cy="3782695"/>
              <a:chOff x="1018540" y="1739265"/>
              <a:chExt cx="2310765" cy="3782695"/>
            </a:xfrm>
          </p:grpSpPr>
          <p:sp>
            <p:nvSpPr>
              <p:cNvPr id="31" name="TextBox 27"/>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nAsAALMKAAB7FAAAFRwAAAAgAAAmAAAACAAAAP//////////"/>
                  </a:ext>
                </a:extLst>
              </p:cNvSpPr>
              <p:nvPr/>
            </p:nvSpPr>
            <p:spPr>
              <a:xfrm>
                <a:off x="1887220" y="1739265"/>
                <a:ext cx="1442085" cy="2825750"/>
              </a:xfrm>
              <a:prstGeom prst="rect">
                <a:avLst/>
              </a:prstGeom>
              <a:noFill/>
              <a:ln>
                <a:noFill/>
              </a:ln>
              <a:effectLst/>
            </p:spPr>
            <p:txBody>
              <a:bodyPr vert="horz" wrap="none" lIns="91440" tIns="45720" rIns="91440" bIns="45720" numCol="1" spcCol="215900" anchor="t"/>
              <a:lstStyle/>
              <a:p>
                <a:pPr>
                  <a:defRPr lang="en-us"/>
                </a:pPr>
                <a:r>
                  <a:rPr lang="en-us" sz="19000" b="1" cap="none">
                    <a:solidFill>
                      <a:srgbClr val="39C1DB"/>
                    </a:solidFill>
                    <a:latin typeface="Arial" pitchFamily="2" charset="0"/>
                    <a:ea typeface="Calibri" pitchFamily="2" charset="0"/>
                    <a:cs typeface="Arial" pitchFamily="2" charset="0"/>
                  </a:rPr>
                  <a:t>1</a:t>
                </a:r>
                <a:endParaRPr lang="en-us" sz="19000" b="1" cap="none">
                  <a:solidFill>
                    <a:srgbClr val="39C1DB"/>
                  </a:solidFill>
                  <a:latin typeface="Arial" pitchFamily="2" charset="0"/>
                  <a:ea typeface="Calibri" pitchFamily="2" charset="0"/>
                  <a:cs typeface="Arial" pitchFamily="2" charset="0"/>
                </a:endParaRPr>
              </a:p>
            </p:txBody>
          </p:sp>
          <p:sp>
            <p:nvSpPr>
              <p:cNvPr id="30" name="Trapezoid 28"/>
              <p:cNvSpPr>
                <a:extLst>
                  <a:ext uri="smNativeData">
                    <pr:smNativeData xmlns:pr="smNativeData" xmlns="smNativeData" val="SMDATA_15_4tknahMAAAAlAAAAaAAAAA0AAAAAkAAAAEgAAACQAAAASAAAAAAAAAABAAAAAAAAAAEAAABQAAAAc+jLQYjB6D8AAAAAAADgPwAAAAAAAOA/AAAAAAAA4D8AAAAAAADgPwAAAAAAAOA/AAAAAAAA4D8AAAAAAADgPwAAAAAAAOA/AAAAAAAA4D8CAAAAjAAAAAEAAAAAAAAASEhIAP///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8BAAAAf39/AAEAAABkAAAAAAAAABQAAABAHwAAAAAAACYAAAAAAAAAwOD//wAAAAAmAAAAZAAAABYAAABMAAAAAQAAAAAAAAAGAAAAAAAAAAEAAAAAAAAJPAAAAMMCAAA9/f//UAAAAFAAAAAAAAAAy8vLADwAAADDAgAAPf3//1AAAABQAAAAAAAAABcAAAAUAAAAAAAAAAAAAAD/fwAA/38AAAAAAAAJAAAABAAAAAAAAAAeAAAAaAAAAAAAAAAAAAAAAAAAAAAAAAAAAAAAECcAABAnAAAAAAAAAAAAAAAAAAAAAAAAAAAAAAAAAAAAAAAAAAAAAJAB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SEhIAP///wEAAAAAAAAAAAAAAAAAAAAAAAAAAAAAAAAAAAAAAAAAADJVkQB/f38AAAAAAsvLywDAwP8Af39/AAAAAAAAAAAAAAAAAAAAAAAAAAAAIQAAABgAAAAUAAAAlggAAAgQAAC1EAAA+CEAAAAAAAAmAAAACAAAAP//////////"/>
                  </a:ext>
                </a:extLst>
              </p:cNvSpPr>
              <p:nvPr/>
            </p:nvSpPr>
            <p:spPr>
              <a:xfrm rot="13598435">
                <a:off x="598170" y="3403600"/>
                <a:ext cx="2915920" cy="1320165"/>
              </a:xfrm>
              <a:prstGeom prst="trapezoid">
                <a:avLst>
                  <a:gd name="adj" fmla="val 25000"/>
                </a:avLst>
              </a:prstGeom>
              <a:solidFill>
                <a:srgbClr val="484848"/>
              </a:solidFill>
              <a:ln>
                <a:noFill/>
              </a:ln>
              <a:effectLst>
                <a:outerShdw blurRad="254000" dist="634904" dir="18900000" sx="80000" sy="80000" algn="bl">
                  <a:schemeClr val="tx1">
                    <a:alpha val="40000"/>
                  </a:scheme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pic>
            <p:nvPicPr>
              <p:cNvPr id="29" name="Graphic 29" descr="Lights On outline"/>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OQHAACOEwAAzAoAAHYWAAAAAAAAJgAAAAgAAAD//////////w=="/>
                  </a:ext>
                </a:extLst>
              </p:cNvPicPr>
              <p:nvPr/>
            </p:nvPicPr>
            <p:blipFill>
              <a:blip r:embed="rId2">
                <a:extLst>
                  <a:ext uri="{96DAC541-7B7A-43D3-8B79-37D633B846F1}">
                    <asvg:svgBlip xmlns:asvg="http://schemas.microsoft.com/office/drawing/2016/SVG/main" r:embed="rId3"/>
                  </a:ext>
                </a:extLst>
              </a:blip>
              <a:stretch>
                <a:fillRect/>
              </a:stretch>
            </p:blipFill>
            <p:spPr>
              <a:xfrm>
                <a:off x="1282700" y="3178810"/>
                <a:ext cx="472440" cy="472440"/>
              </a:xfrm>
              <a:prstGeom prst="rect">
                <a:avLst/>
              </a:prstGeom>
              <a:noFill/>
              <a:ln>
                <a:noFill/>
              </a:ln>
              <a:effectLst/>
            </p:spPr>
          </p:pic>
          <p:sp>
            <p:nvSpPr>
              <p:cNvPr id="28" name="TextBox 30"/>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RAYAACsWAADdCwAATBgAAAAgAAAmAAAACAAAAP//////////"/>
                  </a:ext>
                </a:extLst>
              </p:cNvSpPr>
              <p:nvPr/>
            </p:nvSpPr>
            <p:spPr>
              <a:xfrm>
                <a:off x="1018540" y="3603625"/>
                <a:ext cx="909955" cy="346075"/>
              </a:xfrm>
              <a:prstGeom prst="rect">
                <a:avLst/>
              </a:prstGeom>
              <a:noFill/>
              <a:ln>
                <a:noFill/>
              </a:ln>
              <a:effectLst/>
            </p:spPr>
            <p:txBody>
              <a:bodyPr vert="horz" wrap="none" lIns="91440" tIns="45720" rIns="91440" bIns="45720" numCol="1" spcCol="215900" anchor="t"/>
              <a:lstStyle/>
              <a:p>
                <a:pPr>
                  <a:defRPr lang="en-us"/>
                </a:pPr>
                <a:r>
                  <a:rPr lang="en-us" b="1" cap="none">
                    <a:solidFill>
                      <a:srgbClr val="39C1DB"/>
                    </a:solidFill>
                  </a:rPr>
                  <a:t>Creative</a:t>
                </a:r>
                <a:endParaRPr lang="en-us" b="1" cap="none">
                  <a:solidFill>
                    <a:srgbClr val="39C1DB"/>
                  </a:solidFill>
                </a:endParaRPr>
              </a:p>
            </p:txBody>
          </p:sp>
          <p:sp>
            <p:nvSpPr>
              <p:cNvPr id="27" name="TextBox 31"/>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RAYAADAYAAAjDwAAfR0AAAAgAAAmAAAACAAAAP//////////"/>
                  </a:ext>
                </a:extLst>
              </p:cNvSpPr>
              <p:nvPr/>
            </p:nvSpPr>
            <p:spPr>
              <a:xfrm>
                <a:off x="1018540" y="3931920"/>
                <a:ext cx="1442085" cy="861695"/>
              </a:xfrm>
              <a:prstGeom prst="rect">
                <a:avLst/>
              </a:prstGeom>
              <a:noFill/>
              <a:ln>
                <a:noFill/>
              </a:ln>
              <a:effectLst/>
            </p:spPr>
            <p:txBody>
              <a:bodyPr vert="horz" wrap="square" lIns="91440" tIns="45720" rIns="91440" bIns="45720" numCol="1" spcCol="215900" anchor="t"/>
              <a:lstStyle/>
              <a:p>
                <a:pPr>
                  <a:defRPr lang="en-us"/>
                </a:pPr>
                <a:r>
                  <a:rPr lang="en-us" sz="1000" cap="none">
                    <a:solidFill>
                      <a:srgbClr val="F2F2F2"/>
                    </a:solidFill>
                  </a:rPr>
                  <a:t>Lorem ipsum dolor sit amet, consectetuer adipiscing elit. Maecenas porttitor congue massa. </a:t>
                </a:r>
                <a:endParaRPr lang="en-us" sz="1000" cap="none">
                  <a:solidFill>
                    <a:srgbClr val="F2F2F2"/>
                  </a:solidFill>
                </a:endParaRPr>
              </a:p>
            </p:txBody>
          </p:sp>
        </p:grpSp>
        <p:grpSp>
          <p:nvGrpSpPr>
            <p:cNvPr id="19" name="Group 6"/>
            <p:cNvGrpSpPr>
              <a:extLst>
                <a:ext uri="smNativeData">
                  <pr:smNativeData xmlns:pr="smNativeData" xmlns="smNativeData" val="SMDATA_6_4tknahMAAAAlAAAAAQAAAA8BAAAAkAAAAEgAAACQAAAASAAAAAAAAAAAAAAAAAAAABcAAAAUAAAAAAAAAAAAAAD/fwAA/38AAAAAAAAJAAAABAAAAAYAAAAfAAAAVAAAAAAAAAAAAAAAAAAAAAAAAAAAAAAAAAAAAAAAAAAAAAAAAAAAAAAAAAAAAAAAAAAAAAAAAAAAAAAAAAAAAAAAAAAAAAAAAAAAAAAAAAAAAAAAAAAAACEAAAAYAAAAFAAAAIU2AACzCgAAvEQAAPghAAAAAAAAJgAAAAgAAAD/////AAAAAA=="/>
                </a:ext>
              </a:extLst>
            </p:cNvGrpSpPr>
            <p:nvPr/>
          </p:nvGrpSpPr>
          <p:grpSpPr>
            <a:xfrm>
              <a:off x="8862695" y="1739265"/>
              <a:ext cx="2310765" cy="3782695"/>
              <a:chOff x="8862695" y="1739265"/>
              <a:chExt cx="2310765" cy="3782695"/>
            </a:xfrm>
          </p:grpSpPr>
          <p:grpSp>
            <p:nvGrpSpPr>
              <p:cNvPr id="21" name="Group 21"/>
              <p:cNvGrpSpPr>
                <a:extLst>
                  <a:ext uri="smNativeData">
                    <pr:smNativeData xmlns:pr="smNativeData" xmlns="smNativeData" val="SMDATA_6_4tknahMAAAAlAAAAAQAAAA8BAAAAkAAAAEgAAACQAAAASAAAAAAAAAAAAAAAAAAAABcAAAAUAAAAAAAAAAAAAAD/fwAA/38AAAAAAAAJAAAABAAAAAcAAAAfAAAAVAAAAAAAAAAAAAAAAAAAAAAAAAAAAAAAAAAAAAAAAAAAAAAAAAAAAAAAAAAAAAAAAAAAAAAAAAAAAAAAAAAAAAAAAAAAAAAAAAAAAAAAAAAAAAAAAAAAACEAAAAYAAAAFAAAAIU2AACzCgAAvEQAAPghAAAAAAAAJgAAAAgAAAD/////AAAAAA=="/>
                  </a:ext>
                </a:extLst>
              </p:cNvGrpSpPr>
              <p:nvPr/>
            </p:nvGrpSpPr>
            <p:grpSpPr>
              <a:xfrm>
                <a:off x="8862695" y="1739265"/>
                <a:ext cx="2310765" cy="3782695"/>
                <a:chOff x="8862695" y="1739265"/>
                <a:chExt cx="2310765" cy="3782695"/>
              </a:xfrm>
            </p:grpSpPr>
            <p:sp>
              <p:nvSpPr>
                <p:cNvPr id="25" name="TextBox 23"/>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3TsAALMKAAC8RAAAFRwAAAAgAAAmAAAACAAAAP//////////"/>
                    </a:ext>
                  </a:extLst>
                </p:cNvSpPr>
                <p:nvPr/>
              </p:nvSpPr>
              <p:spPr>
                <a:xfrm>
                  <a:off x="9731375" y="1739265"/>
                  <a:ext cx="1442085" cy="2825750"/>
                </a:xfrm>
                <a:prstGeom prst="rect">
                  <a:avLst/>
                </a:prstGeom>
                <a:noFill/>
                <a:ln>
                  <a:noFill/>
                </a:ln>
                <a:effectLst/>
              </p:spPr>
              <p:txBody>
                <a:bodyPr vert="horz" wrap="none" lIns="91440" tIns="45720" rIns="91440" bIns="45720" numCol="1" spcCol="215900" anchor="t"/>
                <a:lstStyle/>
                <a:p>
                  <a:pPr>
                    <a:defRPr lang="en-us"/>
                  </a:pPr>
                  <a:r>
                    <a:rPr lang="en-us" sz="19000" b="1" cap="none">
                      <a:solidFill>
                        <a:srgbClr val="B461A5"/>
                      </a:solidFill>
                      <a:latin typeface="Arial" pitchFamily="2" charset="0"/>
                      <a:ea typeface="Calibri" pitchFamily="2" charset="0"/>
                      <a:cs typeface="Arial" pitchFamily="2" charset="0"/>
                    </a:rPr>
                    <a:t>4</a:t>
                  </a:r>
                  <a:endParaRPr lang="en-us" sz="19000" b="1" cap="none">
                    <a:solidFill>
                      <a:srgbClr val="B461A5"/>
                    </a:solidFill>
                    <a:latin typeface="Arial" pitchFamily="2" charset="0"/>
                    <a:ea typeface="Calibri" pitchFamily="2" charset="0"/>
                    <a:cs typeface="Arial" pitchFamily="2" charset="0"/>
                  </a:endParaRPr>
                </a:p>
              </p:txBody>
            </p:sp>
            <p:sp>
              <p:nvSpPr>
                <p:cNvPr id="24" name="Trapezoid 24"/>
                <p:cNvSpPr>
                  <a:extLst>
                    <a:ext uri="smNativeData">
                      <pr:smNativeData xmlns:pr="smNativeData" xmlns="smNativeData" val="SMDATA_15_4tknahMAAAAlAAAAaAAAAA0AAAAAkAAAAEgAAACQAAAASAAAAAAAAAABAAAAAAAAAAEAAABQAAAAc+jLQYjB6D8AAAAAAADgPwAAAAAAAOA/AAAAAAAA4D8AAAAAAADgPwAAAAAAAOA/AAAAAAAA4D8AAAAAAADgPwAAAAAAAOA/AAAAAAAA4D8CAAAAjAAAAAEAAAAAAAAASEhIAP///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8BAAAAf39/AAEAAABkAAAAAAAAABQAAABAHwAAAAAAACYAAAAAAAAAwOD//wAAAAAmAAAAZAAAABYAAABMAAAAAQAAAAAAAAAGAAAAAAAAAAEAAAAAAAAJPAAAAMMCAAA9/f//UAAAAFAAAAAAAAAAy8vLADwAAADDAgAAPf3//1AAAABQAAAAAAAAABcAAAAUAAAAAAAAAAAAAAD/fwAA/38AAAAAAAAJAAAABAAAAF8AYAAeAAAAaAAAAAAAAAAAAAAAAAAAAAAAAAAAAAAAECcAABAnAAAAAAAAAAAAAAAAAAAAAAAAAAAAAAAAAAAAAAAAAAAAAJAB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SEhIAP///wEAAAAAAAAAAAAAAAAAAAAAAAAAAAAAAAAAAAAAAAAAADJVkQB/f38AAAAAAsvLywDAwP8Af39/AAAAAAAAAAAAAAAAAAAAAAAAAAAAIQAAABgAAAAUAAAA1zgAAAgQAAD2QAAA+CEAAAAAAAAmAAAACAAAAP//////////"/>
                    </a:ext>
                  </a:extLst>
                </p:cNvSpPr>
                <p:nvPr/>
              </p:nvSpPr>
              <p:spPr>
                <a:xfrm rot="13598435">
                  <a:off x="8442325" y="3403600"/>
                  <a:ext cx="2915920" cy="1320165"/>
                </a:xfrm>
                <a:prstGeom prst="trapezoid">
                  <a:avLst>
                    <a:gd name="adj" fmla="val 25000"/>
                  </a:avLst>
                </a:prstGeom>
                <a:solidFill>
                  <a:srgbClr val="484848"/>
                </a:solidFill>
                <a:ln>
                  <a:noFill/>
                </a:ln>
                <a:effectLst>
                  <a:outerShdw blurRad="254000" dist="634904" dir="18900000" sx="80000" sy="80000" algn="bl">
                    <a:schemeClr val="tx1">
                      <a:alpha val="40000"/>
                    </a:scheme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23" name="TextBox 25"/>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hTYAACsWAACkOwAATBgAAAAgAAAmAAAACAAAAP//////////"/>
                    </a:ext>
                  </a:extLst>
                </p:cNvSpPr>
                <p:nvPr/>
              </p:nvSpPr>
              <p:spPr>
                <a:xfrm>
                  <a:off x="8862695" y="3603625"/>
                  <a:ext cx="832485" cy="346075"/>
                </a:xfrm>
                <a:prstGeom prst="rect">
                  <a:avLst/>
                </a:prstGeom>
                <a:noFill/>
                <a:ln>
                  <a:noFill/>
                </a:ln>
                <a:effectLst/>
              </p:spPr>
              <p:txBody>
                <a:bodyPr vert="horz" wrap="none" lIns="91440" tIns="45720" rIns="91440" bIns="45720" numCol="1" spcCol="215900" anchor="t"/>
                <a:lstStyle/>
                <a:p>
                  <a:pPr>
                    <a:defRPr lang="en-us"/>
                  </a:pPr>
                  <a:r>
                    <a:rPr lang="en-us" b="1" cap="none">
                      <a:solidFill>
                        <a:srgbClr val="B461A5"/>
                      </a:solidFill>
                    </a:rPr>
                    <a:t>Elegant</a:t>
                  </a:r>
                  <a:endParaRPr lang="en-us" b="1" cap="none">
                    <a:solidFill>
                      <a:srgbClr val="B461A5"/>
                    </a:solidFill>
                  </a:endParaRPr>
                </a:p>
              </p:txBody>
            </p:sp>
            <p:sp>
              <p:nvSpPr>
                <p:cNvPr id="22" name="TextBox 26"/>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hTYAADAYAABkPwAAfR0AAAAgAAAmAAAACAAAAP//////////"/>
                    </a:ext>
                  </a:extLst>
                </p:cNvSpPr>
                <p:nvPr/>
              </p:nvSpPr>
              <p:spPr>
                <a:xfrm>
                  <a:off x="8862695" y="3931920"/>
                  <a:ext cx="1442085" cy="861695"/>
                </a:xfrm>
                <a:prstGeom prst="rect">
                  <a:avLst/>
                </a:prstGeom>
                <a:noFill/>
                <a:ln>
                  <a:noFill/>
                </a:ln>
                <a:effectLst/>
              </p:spPr>
              <p:txBody>
                <a:bodyPr vert="horz" wrap="square" lIns="91440" tIns="45720" rIns="91440" bIns="45720" numCol="1" spcCol="215900" anchor="t"/>
                <a:lstStyle/>
                <a:p>
                  <a:pPr>
                    <a:defRPr lang="en-us"/>
                  </a:pPr>
                  <a:r>
                    <a:rPr lang="en-us" sz="1000" cap="none">
                      <a:solidFill>
                        <a:srgbClr val="F2F2F2"/>
                      </a:solidFill>
                    </a:rPr>
                    <a:t>Lorem ipsum dolor sit amet, consectetuer adipiscing elit. Maecenas porttitor congue massa. </a:t>
                  </a:r>
                  <a:endParaRPr lang="en-us" sz="1000" cap="none">
                    <a:solidFill>
                      <a:srgbClr val="F2F2F2"/>
                    </a:solidFill>
                  </a:endParaRPr>
                </a:p>
              </p:txBody>
            </p:sp>
          </p:grpSp>
          <p:pic>
            <p:nvPicPr>
              <p:cNvPr id="20" name="Graphic 22" descr="Bullseye outline"/>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DQ4AACOEwAAHDsAAHYWAAAAAAAAJgAAAAgAAAD//////////w=="/>
                  </a:ext>
                </a:extLst>
              </p:cNvPicPr>
              <p:nvPr/>
            </p:nvPicPr>
            <p:blipFill>
              <a:blip r:embed="rId4">
                <a:extLst>
                  <a:ext uri="{96DAC541-7B7A-43D3-8B79-37D633B846F1}">
                    <asvg:svgBlip xmlns:asvg="http://schemas.microsoft.com/office/drawing/2016/SVG/main" r:embed="rId5"/>
                  </a:ext>
                </a:extLst>
              </a:blip>
              <a:stretch>
                <a:fillRect/>
              </a:stretch>
            </p:blipFill>
            <p:spPr>
              <a:xfrm>
                <a:off x="9136380" y="3178810"/>
                <a:ext cx="472440" cy="472440"/>
              </a:xfrm>
              <a:prstGeom prst="rect">
                <a:avLst/>
              </a:prstGeom>
              <a:noFill/>
              <a:ln>
                <a:noFill/>
              </a:ln>
              <a:effectLst/>
            </p:spPr>
          </p:pic>
        </p:grpSp>
        <p:grpSp>
          <p:nvGrpSpPr>
            <p:cNvPr id="12" name="Group 7"/>
            <p:cNvGrpSpPr>
              <a:extLst>
                <a:ext uri="smNativeData">
                  <pr:smNativeData xmlns:pr="smNativeData" xmlns="smNativeData" val="SMDATA_6_4tknahMAAAAlAAAAAQAAAA8BAAAAkAAAAEgAAACQAAAASAAAAAAAAAAAAAAAAAAAABcAAAAUAAAAAAAAAAAAAAD/fwAA/38AAAAAAAAJAAAABAAAAAAAAAAfAAAAVAAAAAAAAAAAAAAAAAAAAAAAAAAAAAAAAAAAAAAAAAAAAAAAAAAAAAAAAAAAAAAAAAAAAAAAAAAAAAAAAAAAAAAAAAAAAAAAAAAAAAAAAAAAAAAAAAAAACEAAAAYAAAAFAAAAG8mAACzCgAApjQAAPghAAAAAAAAJgAAAAgAAAD/////AAAAAA=="/>
                </a:ext>
              </a:extLst>
            </p:cNvGrpSpPr>
            <p:nvPr/>
          </p:nvGrpSpPr>
          <p:grpSpPr>
            <a:xfrm>
              <a:off x="6247765" y="1739265"/>
              <a:ext cx="2310765" cy="3782695"/>
              <a:chOff x="6247765" y="1739265"/>
              <a:chExt cx="2310765" cy="3782695"/>
            </a:xfrm>
          </p:grpSpPr>
          <p:grpSp>
            <p:nvGrpSpPr>
              <p:cNvPr id="14" name="Group 15"/>
              <p:cNvGrpSpPr>
                <a:extLst>
                  <a:ext uri="smNativeData">
                    <pr:smNativeData xmlns:pr="smNativeData" xmlns="smNativeData" val="SMDATA_6_4tknahMAAAAlAAAAAQAAAA8BAAAAkAAAAEgAAACQAAAASAAAAAAAAAAAAAAAAAAAABcAAAAUAAAAAAAAAAAAAAD/fwAA/38AAAAAAAAJAAAABAAAAAAAAAAfAAAAVAAAAAAAAAAAAAAAAAAAAAAAAAAAAAAAAAAAAAAAAAAAAAAAAAAAAAAAAAAAAAAAAAAAAAAAAAAAAAAAAAAAAAAAAAAAAAAAAAAAAAAAAAAAAAAAAAAAACEAAAAYAAAAFAAAAG8mAACzCgAApjQAAPghAAAAAAAAJgAAAAgAAAD/////AAAAAA=="/>
                  </a:ext>
                </a:extLst>
              </p:cNvGrpSpPr>
              <p:nvPr/>
            </p:nvGrpSpPr>
            <p:grpSpPr>
              <a:xfrm>
                <a:off x="6247765" y="1739265"/>
                <a:ext cx="2310765" cy="3782695"/>
                <a:chOff x="6247765" y="1739265"/>
                <a:chExt cx="2310765" cy="3782695"/>
              </a:xfrm>
            </p:grpSpPr>
            <p:sp>
              <p:nvSpPr>
                <p:cNvPr id="18" name="TextBox 17"/>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s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xysAALMKAACmNAAAFRwAAAAgAAAmAAAACAAAAP//////////"/>
                    </a:ext>
                  </a:extLst>
                </p:cNvSpPr>
                <p:nvPr/>
              </p:nvSpPr>
              <p:spPr>
                <a:xfrm>
                  <a:off x="7116445" y="1739265"/>
                  <a:ext cx="1442085" cy="2825750"/>
                </a:xfrm>
                <a:prstGeom prst="rect">
                  <a:avLst/>
                </a:prstGeom>
                <a:noFill/>
                <a:ln>
                  <a:noFill/>
                </a:ln>
                <a:effectLst/>
              </p:spPr>
              <p:txBody>
                <a:bodyPr vert="horz" wrap="none" lIns="91440" tIns="45720" rIns="91440" bIns="45720" numCol="1" spcCol="215900" anchor="t"/>
                <a:lstStyle/>
                <a:p>
                  <a:pPr>
                    <a:defRPr lang="en-us"/>
                  </a:pPr>
                  <a:r>
                    <a:rPr lang="en-us" sz="19000" b="1" cap="none">
                      <a:solidFill>
                        <a:srgbClr val="6871B6"/>
                      </a:solidFill>
                      <a:latin typeface="Arial" pitchFamily="2" charset="0"/>
                      <a:ea typeface="Calibri" pitchFamily="2" charset="0"/>
                      <a:cs typeface="Arial" pitchFamily="2" charset="0"/>
                    </a:rPr>
                    <a:t>3</a:t>
                  </a:r>
                  <a:endParaRPr lang="en-us" sz="19000" b="1" cap="none">
                    <a:solidFill>
                      <a:srgbClr val="6871B6"/>
                    </a:solidFill>
                    <a:latin typeface="Arial" pitchFamily="2" charset="0"/>
                    <a:ea typeface="Calibri" pitchFamily="2" charset="0"/>
                    <a:cs typeface="Arial" pitchFamily="2" charset="0"/>
                  </a:endParaRPr>
                </a:p>
              </p:txBody>
            </p:sp>
            <p:sp>
              <p:nvSpPr>
                <p:cNvPr id="17" name="Trapezoid 18"/>
                <p:cNvSpPr>
                  <a:extLst>
                    <a:ext uri="smNativeData">
                      <pr:smNativeData xmlns:pr="smNativeData" xmlns="smNativeData" val="SMDATA_15_4tknahMAAAAlAAAAaAAAAA0AAAAAkAAAAEgAAACQAAAASAAAAAAAAAABAAAAAAAAAAEAAABQAAAAc+jLQYjB6D8AAAAAAADgPwAAAAAAAOA/AAAAAAAA4D8AAAAAAADgPwAAAAAAAOA/AAAAAAAA4D8AAAAAAADgPwAAAAAAAOA/AAAAAAAA4D8CAAAAjAAAAAEAAAAAAAAASEhIAP///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8BAAAAf39/AAEAAABkAAAAAAAAABQAAABAHwAAAAAAACYAAAAAAAAAwOD//wAAAAAmAAAAZAAAABYAAABMAAAAAQAAAAAAAAAGAAAAAAAAAAEAAAAAAAAJPAAAAMMCAAA9/f//UAAAAFAAAAAAAAAAy8vLADwAAADDAgAAPf3//1AAAABQAAAAAAAAABcAAAAUAAAAAAAAAAAAAAD/fwAA/38AAAAAAAAJAAAABAAAAF8AYAAeAAAAaAAAAAAAAAAAAAAAAAAAAAAAAAAAAAAAECcAABAnAAAAAAAAAAAAAAAAAAAAAAAAAAAAAAAAAAAAAAAAAAAAAJAB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SEhIAP///wEAAAAAAAAAAAAAAAAAAAAAAAAAAAAAAAAAAAAAAAAAADJVkQB/f38AAAAAAsvLywDAwP8Af39/AAAAAAAAAAAAAAAAAAAAAAAAAAAAIQAAABgAAAAUAAAAwSgAAAgQAADgMAAA+CEAAAAAAAAmAAAACAAAAP//////////"/>
                    </a:ext>
                  </a:extLst>
                </p:cNvSpPr>
                <p:nvPr/>
              </p:nvSpPr>
              <p:spPr>
                <a:xfrm rot="13598435">
                  <a:off x="5827395" y="3403600"/>
                  <a:ext cx="2915920" cy="1320165"/>
                </a:xfrm>
                <a:prstGeom prst="trapezoid">
                  <a:avLst>
                    <a:gd name="adj" fmla="val 25000"/>
                  </a:avLst>
                </a:prstGeom>
                <a:solidFill>
                  <a:srgbClr val="484848"/>
                </a:solidFill>
                <a:ln>
                  <a:noFill/>
                </a:ln>
                <a:effectLst>
                  <a:outerShdw blurRad="254000" dist="634904" dir="18900000" sx="80000" sy="80000" algn="bl">
                    <a:schemeClr val="tx1">
                      <a:alpha val="40000"/>
                    </a:scheme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16" name="TextBox 19"/>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byYAACsWAABrLQAATBgAAAAgAAAmAAAACAAAAP//////////"/>
                    </a:ext>
                  </a:extLst>
                </p:cNvSpPr>
                <p:nvPr/>
              </p:nvSpPr>
              <p:spPr>
                <a:xfrm>
                  <a:off x="6247765" y="3603625"/>
                  <a:ext cx="1135380" cy="346075"/>
                </a:xfrm>
                <a:prstGeom prst="rect">
                  <a:avLst/>
                </a:prstGeom>
                <a:noFill/>
                <a:ln>
                  <a:noFill/>
                </a:ln>
                <a:effectLst/>
              </p:spPr>
              <p:txBody>
                <a:bodyPr vert="horz" wrap="none" lIns="91440" tIns="45720" rIns="91440" bIns="45720" numCol="1" spcCol="215900" anchor="t"/>
                <a:lstStyle/>
                <a:p>
                  <a:pPr>
                    <a:defRPr lang="en-us"/>
                  </a:pPr>
                  <a:r>
                    <a:rPr lang="en-us" b="1" cap="none">
                      <a:solidFill>
                        <a:srgbClr val="6871B6"/>
                      </a:solidFill>
                    </a:rPr>
                    <a:t>Impressive</a:t>
                  </a:r>
                  <a:endParaRPr lang="en-us" b="1" cap="none">
                    <a:solidFill>
                      <a:srgbClr val="6871B6"/>
                    </a:solidFill>
                  </a:endParaRPr>
                </a:p>
              </p:txBody>
            </p:sp>
            <p:sp>
              <p:nvSpPr>
                <p:cNvPr id="15" name="TextBox 20"/>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byYAADAYAABOLwAAfR0AAAAgAAAmAAAACAAAAP//////////"/>
                    </a:ext>
                  </a:extLst>
                </p:cNvSpPr>
                <p:nvPr/>
              </p:nvSpPr>
              <p:spPr>
                <a:xfrm>
                  <a:off x="6247765" y="3931920"/>
                  <a:ext cx="1442085" cy="861695"/>
                </a:xfrm>
                <a:prstGeom prst="rect">
                  <a:avLst/>
                </a:prstGeom>
                <a:noFill/>
                <a:ln>
                  <a:noFill/>
                </a:ln>
                <a:effectLst/>
              </p:spPr>
              <p:txBody>
                <a:bodyPr vert="horz" wrap="square" lIns="91440" tIns="45720" rIns="91440" bIns="45720" numCol="1" spcCol="215900" anchor="t"/>
                <a:lstStyle/>
                <a:p>
                  <a:pPr>
                    <a:defRPr lang="en-us"/>
                  </a:pPr>
                  <a:r>
                    <a:rPr lang="en-us" sz="1000" cap="none">
                      <a:solidFill>
                        <a:srgbClr val="F2F2F2"/>
                      </a:solidFill>
                    </a:rPr>
                    <a:t>Lorem ipsum dolor sit amet, consectetuer adipiscing elit. Maecenas porttitor congue massa. </a:t>
                  </a:r>
                  <a:endParaRPr lang="en-us" sz="1000" cap="none">
                    <a:solidFill>
                      <a:srgbClr val="F2F2F2"/>
                    </a:solidFill>
                  </a:endParaRPr>
                </a:p>
              </p:txBody>
            </p:sp>
          </p:grpSp>
          <p:pic>
            <p:nvPicPr>
              <p:cNvPr id="13" name="Graphic 16" descr="Stopwatch outline"/>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3MC4x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A0oAACOEwAA9SoAAHYWAAAAAAAAJgAAAAgAAAD//////////w=="/>
                  </a:ext>
                </a:extLst>
              </p:cNvPicPr>
              <p:nvPr/>
            </p:nvPicPr>
            <p:blipFill>
              <a:blip r:embed="rId6">
                <a:extLst>
                  <a:ext uri="{96DAC541-7B7A-43D3-8B79-37D633B846F1}">
                    <asvg:svgBlip xmlns:asvg="http://schemas.microsoft.com/office/drawing/2016/SVG/main" r:embed="rId7"/>
                  </a:ext>
                </a:extLst>
              </a:blip>
              <a:stretch>
                <a:fillRect/>
              </a:stretch>
            </p:blipFill>
            <p:spPr>
              <a:xfrm>
                <a:off x="6510655" y="3178810"/>
                <a:ext cx="472440" cy="472440"/>
              </a:xfrm>
              <a:prstGeom prst="rect">
                <a:avLst/>
              </a:prstGeom>
              <a:noFill/>
              <a:ln>
                <a:noFill/>
              </a:ln>
              <a:effectLst/>
            </p:spPr>
          </p:pic>
        </p:grpSp>
        <p:grpSp>
          <p:nvGrpSpPr>
            <p:cNvPr id="5" name="Group 8"/>
            <p:cNvGrpSpPr>
              <a:extLst>
                <a:ext uri="smNativeData">
                  <pr:smNativeData xmlns:pr="smNativeData" xmlns="smNativeData" val="SMDATA_6_4tknahMAAAAlAAAAAQAAAA8BAAAAkAAAAEgAAACQAAAASAAAAAAAAAAAAAAAAAAAABcAAAAUAAAAAAAAAAAAAAD/fwAA/38AAAAAAAAJAAAABAAAAAAAAAAfAAAAVAAAAAAAAAAAAAAAAAAAAAAAAAAAAAAAAAAAAAAAAAAAAAAAAAAAAAAAAAAAAAAAAAAAAAAAAAAAAAAAAAAAAAAAAAAAAAAAAAAAAAAAAAAAAAAAAAAAACEAAAAYAAAAFAAAAFoWAACzCgAAkSQAAPghAAAAAAAAJgAAAAgAAAD/////AAAAAA=="/>
                </a:ext>
              </a:extLst>
            </p:cNvGrpSpPr>
            <p:nvPr/>
          </p:nvGrpSpPr>
          <p:grpSpPr>
            <a:xfrm>
              <a:off x="3633470" y="1739265"/>
              <a:ext cx="2310765" cy="3782695"/>
              <a:chOff x="3633470" y="1739265"/>
              <a:chExt cx="2310765" cy="3782695"/>
            </a:xfrm>
          </p:grpSpPr>
          <p:grpSp>
            <p:nvGrpSpPr>
              <p:cNvPr id="7" name="Group 9"/>
              <p:cNvGrpSpPr>
                <a:extLst>
                  <a:ext uri="smNativeData">
                    <pr:smNativeData xmlns:pr="smNativeData" xmlns="smNativeData" val="SMDATA_6_4tknahMAAAAlAAAAAQAAAA8BAAAAkAAAAEgAAACQAAAASAAAAAAAAAAAAAAAAAAAABcAAAAUAAAAAAAAAAAAAAD/fwAA/38AAAAAAAAJAAAABAAAAAAAAAAfAAAAVAAAAAAAAAAAAAAAAAAAAAAAAAAAAAAAAAAAAAAAAAAAAAAAAAAAAAAAAAAAAAAAAAAAAAAAAAAAAAAAAAAAAAAAAAAAAAAAAAAAAAAAAAAAAAAAAAAAACEAAAAYAAAAFAAAAFoWAACzCgAAkSQAAPghAAAAAAAAJgAAAAgAAAD/////AAAAAA=="/>
                  </a:ext>
                </a:extLst>
              </p:cNvGrpSpPr>
              <p:nvPr/>
            </p:nvGrpSpPr>
            <p:grpSpPr>
              <a:xfrm>
                <a:off x="3633470" y="1739265"/>
                <a:ext cx="2310765" cy="3782695"/>
                <a:chOff x="3633470" y="1739265"/>
                <a:chExt cx="2310765" cy="3782695"/>
              </a:xfrm>
            </p:grpSpPr>
            <p:sp>
              <p:nvSpPr>
                <p:cNvPr id="11" name="TextBox 11"/>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hsAALMKAACRJAAAFRwAAAAgAAAmAAAACAAAAP//////////"/>
                    </a:ext>
                  </a:extLst>
                </p:cNvSpPr>
                <p:nvPr/>
              </p:nvSpPr>
              <p:spPr>
                <a:xfrm>
                  <a:off x="4502150" y="1739265"/>
                  <a:ext cx="1442085" cy="2825750"/>
                </a:xfrm>
                <a:prstGeom prst="rect">
                  <a:avLst/>
                </a:prstGeom>
                <a:noFill/>
                <a:ln>
                  <a:noFill/>
                </a:ln>
                <a:effectLst/>
              </p:spPr>
              <p:txBody>
                <a:bodyPr vert="horz" wrap="none" lIns="91440" tIns="45720" rIns="91440" bIns="45720" numCol="1" spcCol="215900" anchor="t"/>
                <a:lstStyle/>
                <a:p>
                  <a:pPr>
                    <a:defRPr lang="en-us"/>
                  </a:pPr>
                  <a:r>
                    <a:rPr lang="en-us" sz="19000" b="1" cap="none">
                      <a:solidFill>
                        <a:srgbClr val="5191CE"/>
                      </a:solidFill>
                      <a:latin typeface="Arial" pitchFamily="2" charset="0"/>
                      <a:ea typeface="Calibri" pitchFamily="2" charset="0"/>
                      <a:cs typeface="Arial" pitchFamily="2" charset="0"/>
                    </a:rPr>
                    <a:t>2</a:t>
                  </a:r>
                  <a:endParaRPr lang="en-us" sz="19000" b="1" cap="none">
                    <a:solidFill>
                      <a:srgbClr val="5191CE"/>
                    </a:solidFill>
                    <a:latin typeface="Arial" pitchFamily="2" charset="0"/>
                    <a:ea typeface="Calibri" pitchFamily="2" charset="0"/>
                    <a:cs typeface="Arial" pitchFamily="2" charset="0"/>
                  </a:endParaRPr>
                </a:p>
              </p:txBody>
            </p:sp>
            <p:sp>
              <p:nvSpPr>
                <p:cNvPr id="10" name="Trapezoid 12"/>
                <p:cNvSpPr>
                  <a:extLst>
                    <a:ext uri="smNativeData">
                      <pr:smNativeData xmlns:pr="smNativeData" xmlns="smNativeData" val="SMDATA_15_4tknahMAAAAlAAAAaAAAAA0AAAAAkAAAAEgAAACQAAAASAAAAAAAAAABAAAAAAAAAAEAAABQAAAAc+jLQYjB6D8AAAAAAADgPwAAAAAAAOA/AAAAAAAA4D8AAAAAAADgPwAAAAAAAOA/AAAAAAAA4D8AAAAAAADgPwAAAAAAAOA/AAAAAAAA4D8CAAAAjAAAAAEAAAAAAAAASEhIAP///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8BAAAAf39/AAEAAABkAAAAAAAAABQAAABAHwAAAAAAACYAAAAAAAAAwOD//wAAAAAmAAAAZAAAABYAAABMAAAAAQAAAAAAAAAGAAAAAAAAAAEAAAAAAAAJPAAAAMMCAAA9/f//UAAAAFAAAAAAAAAAy8vLADwAAADDAgAAPf3//1AAAABQAAAAAAAAABcAAAAUAAAAAAAAAAAAAAD/fwAA/38AAAAAAAAJAAAABAAAAAAAAAAeAAAAaAAAAAAAAAAAAAAAAAAAAAAAAAAAAAAAECcAABAnAAAAAAAAAAAAAAAAAAAAAAAAAAAAAAAAAAAAAAAAAAAAAJAB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SEhIAP///wEAAAAAAAAAAAAAAAAAAAAAAAAAAAAAAAAAAAAAAAAAADJVkQB/f38AAAAAAsvLywDAwP8Af39/AAAAAAAAAAAAAAAAAAAAAAAAAAAAIQAAABgAAAAUAAAArBgAAAgQAADLIAAA+CEAAAAAAAAmAAAACAAAAP//////////"/>
                    </a:ext>
                  </a:extLst>
                </p:cNvSpPr>
                <p:nvPr/>
              </p:nvSpPr>
              <p:spPr>
                <a:xfrm rot="13598435">
                  <a:off x="3213100" y="3403600"/>
                  <a:ext cx="2915920" cy="1320165"/>
                </a:xfrm>
                <a:prstGeom prst="trapezoid">
                  <a:avLst>
                    <a:gd name="adj" fmla="val 25000"/>
                  </a:avLst>
                </a:prstGeom>
                <a:solidFill>
                  <a:srgbClr val="484848"/>
                </a:solidFill>
                <a:ln>
                  <a:noFill/>
                </a:ln>
                <a:effectLst>
                  <a:outerShdw blurRad="254000" dist="634904" dir="18900000" sx="80000" sy="80000" algn="bl">
                    <a:schemeClr val="tx1">
                      <a:alpha val="40000"/>
                    </a:scheme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p>
              </p:txBody>
            </p:sp>
            <p:sp>
              <p:nvSpPr>
                <p:cNvPr id="9" name="TextBox 13"/>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hYAACsWAAAsHAAATBgAAAAgAAAmAAAACAAAAP//////////"/>
                    </a:ext>
                  </a:extLst>
                </p:cNvSpPr>
                <p:nvPr/>
              </p:nvSpPr>
              <p:spPr>
                <a:xfrm>
                  <a:off x="3633470" y="3603625"/>
                  <a:ext cx="946150" cy="346075"/>
                </a:xfrm>
                <a:prstGeom prst="rect">
                  <a:avLst/>
                </a:prstGeom>
                <a:noFill/>
                <a:ln>
                  <a:noFill/>
                </a:ln>
                <a:effectLst/>
              </p:spPr>
              <p:txBody>
                <a:bodyPr vert="horz" wrap="none" lIns="91440" tIns="45720" rIns="91440" bIns="45720" numCol="1" spcCol="215900" anchor="t"/>
                <a:lstStyle/>
                <a:p>
                  <a:pPr>
                    <a:defRPr lang="en-us"/>
                  </a:pPr>
                  <a:r>
                    <a:rPr lang="en-us" b="1" cap="none">
                      <a:solidFill>
                        <a:srgbClr val="5191CE"/>
                      </a:solidFill>
                    </a:rPr>
                    <a:t>Inspiring</a:t>
                  </a:r>
                  <a:endParaRPr lang="en-us" b="1" cap="none">
                    <a:solidFill>
                      <a:srgbClr val="5191CE"/>
                    </a:solidFill>
                  </a:endParaRPr>
                </a:p>
              </p:txBody>
            </p:sp>
            <p:sp>
              <p:nvSpPr>
                <p:cNvPr id="8" name="TextBox 14"/>
                <p:cNvSpPr>
                  <a:extLst>
                    <a:ext uri="smNativeData">
                      <pr:smNativeData xmlns:pr="smNativeData" xmlns="smNativeData" val="SMDATA_15_4tknah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hYAADAYAAA5HwAAfR0AAAAgAAAmAAAACAAAAP//////////"/>
                    </a:ext>
                  </a:extLst>
                </p:cNvSpPr>
                <p:nvPr/>
              </p:nvSpPr>
              <p:spPr>
                <a:xfrm>
                  <a:off x="3633470" y="3931920"/>
                  <a:ext cx="1442085" cy="861695"/>
                </a:xfrm>
                <a:prstGeom prst="rect">
                  <a:avLst/>
                </a:prstGeom>
                <a:noFill/>
                <a:ln>
                  <a:noFill/>
                </a:ln>
                <a:effectLst/>
              </p:spPr>
              <p:txBody>
                <a:bodyPr vert="horz" wrap="square" lIns="91440" tIns="45720" rIns="91440" bIns="45720" numCol="1" spcCol="215900" anchor="t"/>
                <a:lstStyle/>
                <a:p>
                  <a:pPr>
                    <a:defRPr lang="en-us"/>
                  </a:pPr>
                  <a:r>
                    <a:rPr lang="en-us" sz="1000" cap="none">
                      <a:solidFill>
                        <a:srgbClr val="F2F2F2"/>
                      </a:solidFill>
                    </a:rPr>
                    <a:t>Lorem ipsum dolor sit amet, consectetuer adipiscing elit. Maecenas porttitor congue massa. </a:t>
                  </a:r>
                  <a:endParaRPr lang="en-us" sz="1000" cap="none">
                    <a:solidFill>
                      <a:srgbClr val="F2F2F2"/>
                    </a:solidFill>
                  </a:endParaRPr>
                </a:p>
              </p:txBody>
            </p:sp>
          </p:grpSp>
          <p:pic>
            <p:nvPicPr>
              <p:cNvPr id="6" name="Graphic 10" descr="Single gear outline"/>
              <p:cNvPicPr>
                <a:picLocks noChangeAspect="1"/>
                <a:extLst>
                  <a:ext uri="smNativeData">
                    <pr:smNativeData xmlns:pr="smNativeData" xmlns="smNativeData" val="SMDATA_17_4tknah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AYYAACOEwAA7hoAAHYWAAAAAAAAJgAAAAgAAAD//////////w=="/>
                  </a:ext>
                </a:extLst>
              </p:cNvPicPr>
              <p:nvPr/>
            </p:nvPicPr>
            <p:blipFill>
              <a:blip r:embed="rId8">
                <a:extLst>
                  <a:ext uri="{96DAC541-7B7A-43D3-8B79-37D633B846F1}">
                    <asvg:svgBlip xmlns:asvg="http://schemas.microsoft.com/office/drawing/2016/SVG/main" r:embed="rId9"/>
                  </a:ext>
                </a:extLst>
              </a:blip>
              <a:stretch>
                <a:fillRect/>
              </a:stretch>
            </p:blipFill>
            <p:spPr>
              <a:xfrm>
                <a:off x="3905250" y="3178810"/>
                <a:ext cx="472440" cy="472440"/>
              </a:xfrm>
              <a:prstGeom prst="rect">
                <a:avLst/>
              </a:prstGeom>
              <a:noFill/>
              <a:ln>
                <a:noFill/>
              </a:ln>
              <a:effectLst/>
            </p:spPr>
          </p:pic>
        </p:grpSp>
      </p:gr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Footer Placeholder 1"/>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Footer Placeholder 1"/>
          <p:cNvSpPr>
            <a:spLocks noGrp="1" noChangeArrowheads="1"/>
            <a:extLst>
              <a:ext uri="smNativeData">
                <pr:smNativeData xmlns:pr="smNativeData" xmlns="smNativeData" val="SMDATA_15_4tknah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2BgAABonAAAoMgAAWSkAABAAAAAmAAAACAAAAAAAAAAAAAAA"/>
              </a:ext>
            </a:extLst>
          </p:cNvSpPr>
          <p:nvPr>
            <p:ph type="ftr" sz="quarter" idx="11"/>
          </p:nvPr>
        </p:nvSpPr>
        <p:spPr/>
        <p:txBody>
          <a:bodyPr/>
          <a:lstStyle/>
          <a:p>
            <a:pPr>
              <a:defRPr lang="en-us"/>
            </a:pPr>
            <a:r>
              <a:t>Designed by PoweredTemplate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Infographic</dc:title>
  <dc:subject/>
  <dc:creator>Iryna Siletska</dc:creator>
  <cp:keywords/>
  <dc:description/>
  <cp:lastModifiedBy>pc</cp:lastModifiedBy>
  <cp:revision>0</cp:revision>
  <dcterms:created xsi:type="dcterms:W3CDTF">2021-03-15T16:54:13Z</dcterms:created>
  <dcterms:modified xsi:type="dcterms:W3CDTF">2026-06-09T09:16:18Z</dcterms:modified>
</cp:coreProperties>
</file>